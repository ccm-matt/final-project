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atua One"/>
      <p:regular r:id="rId17"/>
    </p:embeddedFont>
    <p:embeddedFont>
      <p:font typeface="Alata"/>
      <p:regular r:id="rId18"/>
    </p:embeddedFont>
    <p:embeddedFont>
      <p:font typeface="PT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bold.fntdata"/><Relationship Id="rId22" Type="http://schemas.openxmlformats.org/officeDocument/2006/relationships/font" Target="fonts/PTSans-boldItalic.fntdata"/><Relationship Id="rId21" Type="http://schemas.openxmlformats.org/officeDocument/2006/relationships/font" Target="fonts/PT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atuaOne-regular.fntdata"/><Relationship Id="rId16" Type="http://schemas.openxmlformats.org/officeDocument/2006/relationships/slide" Target="slides/slide11.xml"/><Relationship Id="rId19" Type="http://schemas.openxmlformats.org/officeDocument/2006/relationships/font" Target="fonts/PTSans-regular.fntdata"/><Relationship Id="rId18" Type="http://schemas.openxmlformats.org/officeDocument/2006/relationships/font" Target="fonts/Alat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b133dc051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3b133dc051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3b133dc051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3b133dc051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3b133dc051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3b133dc051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b133dc051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b133dc051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b133dc051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3b133dc051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b133dc0515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3b133dc0515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3b133dc051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3b133dc051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396950" y="1660875"/>
            <a:ext cx="63501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Patua One"/>
                <a:ea typeface="Patua One"/>
                <a:cs typeface="Patua One"/>
                <a:sym typeface="Patu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3311625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flipH="1">
            <a:off x="7293375" y="3639954"/>
            <a:ext cx="985544" cy="1031436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5400000">
            <a:off x="8262088" y="2557675"/>
            <a:ext cx="637125" cy="544800"/>
            <a:chOff x="313225" y="3635825"/>
            <a:chExt cx="637125" cy="544800"/>
          </a:xfrm>
        </p:grpSpPr>
        <p:sp>
          <p:nvSpPr>
            <p:cNvPr id="13" name="Google Shape;13;p2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237025" y="3679105"/>
            <a:ext cx="637125" cy="544800"/>
            <a:chOff x="313225" y="3635825"/>
            <a:chExt cx="637125" cy="544800"/>
          </a:xfrm>
        </p:grpSpPr>
        <p:sp>
          <p:nvSpPr>
            <p:cNvPr id="26" name="Google Shape;26;p2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2"/>
          <p:cNvSpPr/>
          <p:nvPr/>
        </p:nvSpPr>
        <p:spPr>
          <a:xfrm>
            <a:off x="0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 flipH="1" rot="-5400000">
            <a:off x="6473843" y="15680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 rot="-5400000">
            <a:off x="7539041" y="3539394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 flipH="1" rot="8100000">
            <a:off x="-479177" y="197399"/>
            <a:ext cx="985548" cy="1031440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rgbClr val="017F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371575" y="737487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2"/>
          <p:cNvGrpSpPr/>
          <p:nvPr/>
        </p:nvGrpSpPr>
        <p:grpSpPr>
          <a:xfrm>
            <a:off x="-600900" y="2079913"/>
            <a:ext cx="1399975" cy="635600"/>
            <a:chOff x="3996175" y="2416275"/>
            <a:chExt cx="1399975" cy="635600"/>
          </a:xfrm>
        </p:grpSpPr>
        <p:sp>
          <p:nvSpPr>
            <p:cNvPr id="44" name="Google Shape;44;p2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>
            <a:off x="797953" y="218794"/>
            <a:ext cx="1936621" cy="874474"/>
            <a:chOff x="1168100" y="572050"/>
            <a:chExt cx="3546925" cy="1601600"/>
          </a:xfrm>
        </p:grpSpPr>
        <p:sp>
          <p:nvSpPr>
            <p:cNvPr id="51" name="Google Shape;51;p2"/>
            <p:cNvSpPr/>
            <p:nvPr/>
          </p:nvSpPr>
          <p:spPr>
            <a:xfrm>
              <a:off x="3452175" y="1488400"/>
              <a:ext cx="168475" cy="203475"/>
            </a:xfrm>
            <a:custGeom>
              <a:rect b="b" l="l" r="r" t="t"/>
              <a:pathLst>
                <a:path extrusionOk="0" h="8139" w="6739">
                  <a:moveTo>
                    <a:pt x="5431" y="1"/>
                  </a:moveTo>
                  <a:lnTo>
                    <a:pt x="0" y="3034"/>
                  </a:lnTo>
                  <a:cubicBezTo>
                    <a:pt x="1998" y="5087"/>
                    <a:pt x="4269" y="6885"/>
                    <a:pt x="6739" y="8138"/>
                  </a:cubicBezTo>
                  <a:cubicBezTo>
                    <a:pt x="5921" y="6031"/>
                    <a:pt x="5576" y="3634"/>
                    <a:pt x="5467" y="1363"/>
                  </a:cubicBezTo>
                  <a:cubicBezTo>
                    <a:pt x="5449" y="891"/>
                    <a:pt x="5431" y="437"/>
                    <a:pt x="5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303400" y="1378525"/>
              <a:ext cx="2986125" cy="395075"/>
            </a:xfrm>
            <a:custGeom>
              <a:rect b="b" l="l" r="r" t="t"/>
              <a:pathLst>
                <a:path extrusionOk="0" h="15803" w="119445">
                  <a:moveTo>
                    <a:pt x="102262" y="273"/>
                  </a:moveTo>
                  <a:cubicBezTo>
                    <a:pt x="84698" y="1072"/>
                    <a:pt x="65735" y="8464"/>
                    <a:pt x="65735" y="8464"/>
                  </a:cubicBezTo>
                  <a:cubicBezTo>
                    <a:pt x="62829" y="8592"/>
                    <a:pt x="59777" y="6430"/>
                    <a:pt x="56671" y="6575"/>
                  </a:cubicBezTo>
                  <a:cubicBezTo>
                    <a:pt x="50369" y="7266"/>
                    <a:pt x="44102" y="8101"/>
                    <a:pt x="37890" y="8392"/>
                  </a:cubicBezTo>
                  <a:cubicBezTo>
                    <a:pt x="20762" y="9173"/>
                    <a:pt x="12189" y="2252"/>
                    <a:pt x="5541" y="2561"/>
                  </a:cubicBezTo>
                  <a:cubicBezTo>
                    <a:pt x="3797" y="2652"/>
                    <a:pt x="2090" y="3106"/>
                    <a:pt x="382" y="3524"/>
                  </a:cubicBezTo>
                  <a:cubicBezTo>
                    <a:pt x="1581" y="4305"/>
                    <a:pt x="2834" y="4977"/>
                    <a:pt x="4088" y="5558"/>
                  </a:cubicBezTo>
                  <a:cubicBezTo>
                    <a:pt x="2689" y="6267"/>
                    <a:pt x="1272" y="6957"/>
                    <a:pt x="128" y="8010"/>
                  </a:cubicBezTo>
                  <a:cubicBezTo>
                    <a:pt x="1" y="8137"/>
                    <a:pt x="37" y="8374"/>
                    <a:pt x="201" y="8446"/>
                  </a:cubicBezTo>
                  <a:cubicBezTo>
                    <a:pt x="14841" y="14767"/>
                    <a:pt x="38417" y="15803"/>
                    <a:pt x="53402" y="15112"/>
                  </a:cubicBezTo>
                  <a:cubicBezTo>
                    <a:pt x="62665" y="14676"/>
                    <a:pt x="74599" y="13205"/>
                    <a:pt x="74726" y="13169"/>
                  </a:cubicBezTo>
                  <a:cubicBezTo>
                    <a:pt x="86441" y="10281"/>
                    <a:pt x="103043" y="5576"/>
                    <a:pt x="119445" y="3197"/>
                  </a:cubicBezTo>
                  <a:cubicBezTo>
                    <a:pt x="119390" y="2616"/>
                    <a:pt x="119336" y="2016"/>
                    <a:pt x="119281" y="1417"/>
                  </a:cubicBezTo>
                  <a:cubicBezTo>
                    <a:pt x="113723" y="327"/>
                    <a:pt x="108002" y="0"/>
                    <a:pt x="102262" y="2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168100" y="572050"/>
              <a:ext cx="3546925" cy="1601600"/>
            </a:xfrm>
            <a:custGeom>
              <a:rect b="b" l="l" r="r" t="t"/>
              <a:pathLst>
                <a:path extrusionOk="0" h="64064" w="141877">
                  <a:moveTo>
                    <a:pt x="141876" y="10554"/>
                  </a:moveTo>
                  <a:cubicBezTo>
                    <a:pt x="135864" y="17274"/>
                    <a:pt x="129016" y="23014"/>
                    <a:pt x="122695" y="29444"/>
                  </a:cubicBezTo>
                  <a:cubicBezTo>
                    <a:pt x="118118" y="28935"/>
                    <a:pt x="113886" y="28172"/>
                    <a:pt x="109872" y="27264"/>
                  </a:cubicBezTo>
                  <a:cubicBezTo>
                    <a:pt x="109963" y="25938"/>
                    <a:pt x="110144" y="24649"/>
                    <a:pt x="110526" y="23395"/>
                  </a:cubicBezTo>
                  <a:cubicBezTo>
                    <a:pt x="108709" y="24013"/>
                    <a:pt x="106966" y="24921"/>
                    <a:pt x="105458" y="26193"/>
                  </a:cubicBezTo>
                  <a:cubicBezTo>
                    <a:pt x="94215" y="23286"/>
                    <a:pt x="84334" y="19472"/>
                    <a:pt x="72691" y="17311"/>
                  </a:cubicBezTo>
                  <a:cubicBezTo>
                    <a:pt x="71819" y="15095"/>
                    <a:pt x="71310" y="12733"/>
                    <a:pt x="71201" y="10318"/>
                  </a:cubicBezTo>
                  <a:cubicBezTo>
                    <a:pt x="70983" y="5359"/>
                    <a:pt x="72673" y="1199"/>
                    <a:pt x="72673" y="1199"/>
                  </a:cubicBezTo>
                  <a:cubicBezTo>
                    <a:pt x="72618" y="219"/>
                    <a:pt x="71456" y="1"/>
                    <a:pt x="70856" y="37"/>
                  </a:cubicBezTo>
                  <a:cubicBezTo>
                    <a:pt x="66315" y="237"/>
                    <a:pt x="61393" y="11589"/>
                    <a:pt x="53183" y="15658"/>
                  </a:cubicBezTo>
                  <a:cubicBezTo>
                    <a:pt x="52039" y="15676"/>
                    <a:pt x="50876" y="15712"/>
                    <a:pt x="49696" y="15767"/>
                  </a:cubicBezTo>
                  <a:cubicBezTo>
                    <a:pt x="32713" y="16530"/>
                    <a:pt x="15802" y="21343"/>
                    <a:pt x="690" y="29371"/>
                  </a:cubicBezTo>
                  <a:cubicBezTo>
                    <a:pt x="145" y="29662"/>
                    <a:pt x="0" y="30443"/>
                    <a:pt x="400" y="30951"/>
                  </a:cubicBezTo>
                  <a:cubicBezTo>
                    <a:pt x="1907" y="32859"/>
                    <a:pt x="3778" y="34475"/>
                    <a:pt x="5776" y="35783"/>
                  </a:cubicBezTo>
                  <a:cubicBezTo>
                    <a:pt x="7502" y="35365"/>
                    <a:pt x="9209" y="34893"/>
                    <a:pt x="10935" y="34820"/>
                  </a:cubicBezTo>
                  <a:cubicBezTo>
                    <a:pt x="17274" y="34530"/>
                    <a:pt x="25356" y="40778"/>
                    <a:pt x="40923" y="40705"/>
                  </a:cubicBezTo>
                  <a:cubicBezTo>
                    <a:pt x="46917" y="50350"/>
                    <a:pt x="54872" y="58560"/>
                    <a:pt x="63845" y="64064"/>
                  </a:cubicBezTo>
                  <a:cubicBezTo>
                    <a:pt x="60521" y="56253"/>
                    <a:pt x="56889" y="48279"/>
                    <a:pt x="55999" y="39525"/>
                  </a:cubicBezTo>
                  <a:cubicBezTo>
                    <a:pt x="58015" y="39289"/>
                    <a:pt x="60049" y="39052"/>
                    <a:pt x="62083" y="38834"/>
                  </a:cubicBezTo>
                  <a:cubicBezTo>
                    <a:pt x="65189" y="38689"/>
                    <a:pt x="68223" y="40851"/>
                    <a:pt x="71147" y="40723"/>
                  </a:cubicBezTo>
                  <a:cubicBezTo>
                    <a:pt x="71147" y="40723"/>
                    <a:pt x="90110" y="33331"/>
                    <a:pt x="107656" y="32532"/>
                  </a:cubicBezTo>
                  <a:cubicBezTo>
                    <a:pt x="108146" y="32495"/>
                    <a:pt x="108655" y="32495"/>
                    <a:pt x="109145" y="32477"/>
                  </a:cubicBezTo>
                  <a:lnTo>
                    <a:pt x="109581" y="32750"/>
                  </a:lnTo>
                  <a:cubicBezTo>
                    <a:pt x="109581" y="32659"/>
                    <a:pt x="109599" y="32550"/>
                    <a:pt x="109599" y="32459"/>
                  </a:cubicBezTo>
                  <a:cubicBezTo>
                    <a:pt x="113341" y="32386"/>
                    <a:pt x="117065" y="32550"/>
                    <a:pt x="120734" y="33040"/>
                  </a:cubicBezTo>
                  <a:lnTo>
                    <a:pt x="120570" y="33531"/>
                  </a:lnTo>
                  <a:cubicBezTo>
                    <a:pt x="124203" y="45482"/>
                    <a:pt x="132104" y="51785"/>
                    <a:pt x="135337" y="53674"/>
                  </a:cubicBezTo>
                  <a:cubicBezTo>
                    <a:pt x="134229" y="49460"/>
                    <a:pt x="133285" y="45137"/>
                    <a:pt x="133103" y="40814"/>
                  </a:cubicBezTo>
                  <a:cubicBezTo>
                    <a:pt x="132449" y="26756"/>
                    <a:pt x="140786" y="21543"/>
                    <a:pt x="141876" y="105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025400" y="1181450"/>
              <a:ext cx="33650" cy="323775"/>
            </a:xfrm>
            <a:custGeom>
              <a:rect b="b" l="l" r="r" t="t"/>
              <a:pathLst>
                <a:path extrusionOk="0" h="12951" w="1346">
                  <a:moveTo>
                    <a:pt x="528" y="0"/>
                  </a:moveTo>
                  <a:lnTo>
                    <a:pt x="528" y="37"/>
                  </a:lnTo>
                  <a:cubicBezTo>
                    <a:pt x="528" y="37"/>
                    <a:pt x="455" y="3161"/>
                    <a:pt x="528" y="4686"/>
                  </a:cubicBezTo>
                  <a:cubicBezTo>
                    <a:pt x="637" y="7338"/>
                    <a:pt x="946" y="10444"/>
                    <a:pt x="1345" y="12951"/>
                  </a:cubicBezTo>
                  <a:cubicBezTo>
                    <a:pt x="673" y="10608"/>
                    <a:pt x="201" y="8083"/>
                    <a:pt x="92" y="5576"/>
                  </a:cubicBezTo>
                  <a:cubicBezTo>
                    <a:pt x="1" y="3669"/>
                    <a:pt x="128" y="1780"/>
                    <a:pt x="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66275" y="1194600"/>
              <a:ext cx="33625" cy="324250"/>
            </a:xfrm>
            <a:custGeom>
              <a:rect b="b" l="l" r="r" t="t"/>
              <a:pathLst>
                <a:path extrusionOk="0" h="12970" w="1345">
                  <a:moveTo>
                    <a:pt x="509" y="19"/>
                  </a:moveTo>
                  <a:lnTo>
                    <a:pt x="509" y="37"/>
                  </a:lnTo>
                  <a:cubicBezTo>
                    <a:pt x="509" y="37"/>
                    <a:pt x="437" y="3161"/>
                    <a:pt x="509" y="4687"/>
                  </a:cubicBezTo>
                  <a:cubicBezTo>
                    <a:pt x="636" y="7339"/>
                    <a:pt x="945" y="10445"/>
                    <a:pt x="1345" y="12970"/>
                  </a:cubicBezTo>
                  <a:cubicBezTo>
                    <a:pt x="673" y="10627"/>
                    <a:pt x="201" y="8084"/>
                    <a:pt x="73" y="5577"/>
                  </a:cubicBezTo>
                  <a:cubicBezTo>
                    <a:pt x="1" y="3670"/>
                    <a:pt x="110" y="1781"/>
                    <a:pt x="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106250" y="1193250"/>
              <a:ext cx="33625" cy="323800"/>
            </a:xfrm>
            <a:custGeom>
              <a:rect b="b" l="l" r="r" t="t"/>
              <a:pathLst>
                <a:path extrusionOk="0" h="12952" w="1345">
                  <a:moveTo>
                    <a:pt x="509" y="0"/>
                  </a:moveTo>
                  <a:lnTo>
                    <a:pt x="509" y="19"/>
                  </a:lnTo>
                  <a:cubicBezTo>
                    <a:pt x="509" y="19"/>
                    <a:pt x="436" y="3143"/>
                    <a:pt x="509" y="4669"/>
                  </a:cubicBezTo>
                  <a:cubicBezTo>
                    <a:pt x="636" y="7320"/>
                    <a:pt x="945" y="10426"/>
                    <a:pt x="1344" y="12951"/>
                  </a:cubicBezTo>
                  <a:cubicBezTo>
                    <a:pt x="672" y="10608"/>
                    <a:pt x="200" y="8065"/>
                    <a:pt x="73" y="5559"/>
                  </a:cubicBezTo>
                  <a:cubicBezTo>
                    <a:pt x="0" y="3651"/>
                    <a:pt x="109" y="1762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146200" y="1201425"/>
              <a:ext cx="33625" cy="323800"/>
            </a:xfrm>
            <a:custGeom>
              <a:rect b="b" l="l" r="r" t="t"/>
              <a:pathLst>
                <a:path extrusionOk="0" h="12952" w="1345">
                  <a:moveTo>
                    <a:pt x="527" y="0"/>
                  </a:moveTo>
                  <a:lnTo>
                    <a:pt x="527" y="37"/>
                  </a:lnTo>
                  <a:cubicBezTo>
                    <a:pt x="527" y="37"/>
                    <a:pt x="455" y="3143"/>
                    <a:pt x="527" y="4687"/>
                  </a:cubicBezTo>
                  <a:cubicBezTo>
                    <a:pt x="636" y="7320"/>
                    <a:pt x="945" y="10444"/>
                    <a:pt x="1345" y="12951"/>
                  </a:cubicBezTo>
                  <a:cubicBezTo>
                    <a:pt x="673" y="10608"/>
                    <a:pt x="200" y="8083"/>
                    <a:pt x="91" y="5577"/>
                  </a:cubicBezTo>
                  <a:cubicBezTo>
                    <a:pt x="1" y="3669"/>
                    <a:pt x="128" y="1780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92975" y="1205975"/>
              <a:ext cx="33625" cy="323775"/>
            </a:xfrm>
            <a:custGeom>
              <a:rect b="b" l="l" r="r" t="t"/>
              <a:pathLst>
                <a:path extrusionOk="0" h="12951" w="1345">
                  <a:moveTo>
                    <a:pt x="527" y="0"/>
                  </a:moveTo>
                  <a:lnTo>
                    <a:pt x="527" y="36"/>
                  </a:lnTo>
                  <a:cubicBezTo>
                    <a:pt x="527" y="36"/>
                    <a:pt x="454" y="3161"/>
                    <a:pt x="527" y="4686"/>
                  </a:cubicBezTo>
                  <a:cubicBezTo>
                    <a:pt x="636" y="7338"/>
                    <a:pt x="945" y="10444"/>
                    <a:pt x="1344" y="12951"/>
                  </a:cubicBezTo>
                  <a:cubicBezTo>
                    <a:pt x="672" y="10608"/>
                    <a:pt x="200" y="8083"/>
                    <a:pt x="91" y="5576"/>
                  </a:cubicBezTo>
                  <a:cubicBezTo>
                    <a:pt x="0" y="3669"/>
                    <a:pt x="128" y="1780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480675" y="1263600"/>
              <a:ext cx="46625" cy="45025"/>
            </a:xfrm>
            <a:custGeom>
              <a:rect b="b" l="l" r="r" t="t"/>
              <a:pathLst>
                <a:path extrusionOk="0" h="1801" w="1865">
                  <a:moveTo>
                    <a:pt x="928" y="0"/>
                  </a:moveTo>
                  <a:cubicBezTo>
                    <a:pt x="751" y="0"/>
                    <a:pt x="575" y="71"/>
                    <a:pt x="430" y="238"/>
                  </a:cubicBezTo>
                  <a:cubicBezTo>
                    <a:pt x="430" y="256"/>
                    <a:pt x="411" y="274"/>
                    <a:pt x="393" y="274"/>
                  </a:cubicBezTo>
                  <a:cubicBezTo>
                    <a:pt x="1" y="792"/>
                    <a:pt x="187" y="1801"/>
                    <a:pt x="883" y="1801"/>
                  </a:cubicBezTo>
                  <a:cubicBezTo>
                    <a:pt x="895" y="1801"/>
                    <a:pt x="908" y="1801"/>
                    <a:pt x="920" y="1800"/>
                  </a:cubicBezTo>
                  <a:cubicBezTo>
                    <a:pt x="1174" y="1800"/>
                    <a:pt x="1865" y="1564"/>
                    <a:pt x="1828" y="946"/>
                  </a:cubicBezTo>
                  <a:cubicBezTo>
                    <a:pt x="1815" y="441"/>
                    <a:pt x="1368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2"/>
          <p:cNvGrpSpPr/>
          <p:nvPr/>
        </p:nvGrpSpPr>
        <p:grpSpPr>
          <a:xfrm flipH="1">
            <a:off x="7806850" y="945888"/>
            <a:ext cx="1399975" cy="635600"/>
            <a:chOff x="3996175" y="2416275"/>
            <a:chExt cx="1399975" cy="635600"/>
          </a:xfrm>
        </p:grpSpPr>
        <p:sp>
          <p:nvSpPr>
            <p:cNvPr id="61" name="Google Shape;61;p2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2"/>
          <p:cNvSpPr/>
          <p:nvPr/>
        </p:nvSpPr>
        <p:spPr>
          <a:xfrm>
            <a:off x="3470575" y="24778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1067500" y="2185800"/>
            <a:ext cx="432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" name="Google Shape;70;p3"/>
          <p:cNvSpPr txBox="1"/>
          <p:nvPr>
            <p:ph hasCustomPrompt="1" idx="2" type="title"/>
          </p:nvPr>
        </p:nvSpPr>
        <p:spPr>
          <a:xfrm>
            <a:off x="1067501" y="1074825"/>
            <a:ext cx="1327800" cy="114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3"/>
          <p:cNvSpPr txBox="1"/>
          <p:nvPr>
            <p:ph idx="1" type="subTitle"/>
          </p:nvPr>
        </p:nvSpPr>
        <p:spPr>
          <a:xfrm>
            <a:off x="1067500" y="3014725"/>
            <a:ext cx="24636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2" name="Google Shape;72;p3"/>
          <p:cNvGrpSpPr/>
          <p:nvPr/>
        </p:nvGrpSpPr>
        <p:grpSpPr>
          <a:xfrm>
            <a:off x="76088" y="3332222"/>
            <a:ext cx="637125" cy="544800"/>
            <a:chOff x="313225" y="3635825"/>
            <a:chExt cx="637125" cy="544800"/>
          </a:xfrm>
        </p:grpSpPr>
        <p:sp>
          <p:nvSpPr>
            <p:cNvPr id="73" name="Google Shape;73;p3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3"/>
          <p:cNvSpPr/>
          <p:nvPr/>
        </p:nvSpPr>
        <p:spPr>
          <a:xfrm rot="-6098018">
            <a:off x="7541901" y="23757"/>
            <a:ext cx="985588" cy="1031482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3"/>
          <p:cNvGrpSpPr/>
          <p:nvPr/>
        </p:nvGrpSpPr>
        <p:grpSpPr>
          <a:xfrm>
            <a:off x="1094165" y="4395490"/>
            <a:ext cx="1399975" cy="635600"/>
            <a:chOff x="3996175" y="2416275"/>
            <a:chExt cx="1399975" cy="635600"/>
          </a:xfrm>
        </p:grpSpPr>
        <p:sp>
          <p:nvSpPr>
            <p:cNvPr id="87" name="Google Shape;87;p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3"/>
          <p:cNvSpPr/>
          <p:nvPr/>
        </p:nvSpPr>
        <p:spPr>
          <a:xfrm flipH="1" rot="-5400000">
            <a:off x="6459189" y="15680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 flipH="1">
            <a:off x="7937475" y="3814826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87" y="3425198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3"/>
          <p:cNvGrpSpPr/>
          <p:nvPr/>
        </p:nvGrpSpPr>
        <p:grpSpPr>
          <a:xfrm flipH="1">
            <a:off x="4526663" y="-251362"/>
            <a:ext cx="1399975" cy="635600"/>
            <a:chOff x="3996175" y="2416275"/>
            <a:chExt cx="1399975" cy="635600"/>
          </a:xfrm>
        </p:grpSpPr>
        <p:sp>
          <p:nvSpPr>
            <p:cNvPr id="97" name="Google Shape;97;p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3"/>
          <p:cNvGrpSpPr/>
          <p:nvPr/>
        </p:nvGrpSpPr>
        <p:grpSpPr>
          <a:xfrm>
            <a:off x="5456363" y="4819822"/>
            <a:ext cx="637125" cy="544800"/>
            <a:chOff x="313225" y="3635825"/>
            <a:chExt cx="637125" cy="544800"/>
          </a:xfrm>
        </p:grpSpPr>
        <p:sp>
          <p:nvSpPr>
            <p:cNvPr id="104" name="Google Shape;104;p3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3"/>
          <p:cNvSpPr/>
          <p:nvPr/>
        </p:nvSpPr>
        <p:spPr>
          <a:xfrm>
            <a:off x="545700" y="2442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-1343025" y="2639287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720000" y="1139550"/>
            <a:ext cx="7704000" cy="3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21" name="Google Shape;121;p4"/>
          <p:cNvSpPr/>
          <p:nvPr/>
        </p:nvSpPr>
        <p:spPr>
          <a:xfrm flipH="1">
            <a:off x="6164112" y="48368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-2688" y="4252278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 rot="-5400000">
            <a:off x="7539037" y="3538548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-357862" y="2331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4"/>
          <p:cNvGrpSpPr/>
          <p:nvPr/>
        </p:nvGrpSpPr>
        <p:grpSpPr>
          <a:xfrm>
            <a:off x="7578238" y="-152362"/>
            <a:ext cx="1399975" cy="635600"/>
            <a:chOff x="3996175" y="2416275"/>
            <a:chExt cx="1399975" cy="635600"/>
          </a:xfrm>
        </p:grpSpPr>
        <p:sp>
          <p:nvSpPr>
            <p:cNvPr id="126" name="Google Shape;126;p4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4"/>
          <p:cNvSpPr/>
          <p:nvPr/>
        </p:nvSpPr>
        <p:spPr>
          <a:xfrm rot="-2700000">
            <a:off x="8115441" y="2587482"/>
            <a:ext cx="985548" cy="1031440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5"/>
          <p:cNvSpPr txBox="1"/>
          <p:nvPr>
            <p:ph idx="1" type="subTitle"/>
          </p:nvPr>
        </p:nvSpPr>
        <p:spPr>
          <a:xfrm>
            <a:off x="5222575" y="2599824"/>
            <a:ext cx="27177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"/>
          <p:cNvSpPr txBox="1"/>
          <p:nvPr>
            <p:ph idx="2" type="subTitle"/>
          </p:nvPr>
        </p:nvSpPr>
        <p:spPr>
          <a:xfrm>
            <a:off x="1203722" y="2599824"/>
            <a:ext cx="27177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"/>
          <p:cNvSpPr txBox="1"/>
          <p:nvPr>
            <p:ph idx="3" type="subTitle"/>
          </p:nvPr>
        </p:nvSpPr>
        <p:spPr>
          <a:xfrm>
            <a:off x="1203722" y="2112200"/>
            <a:ext cx="2717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138" name="Google Shape;138;p5"/>
          <p:cNvSpPr txBox="1"/>
          <p:nvPr>
            <p:ph idx="4" type="subTitle"/>
          </p:nvPr>
        </p:nvSpPr>
        <p:spPr>
          <a:xfrm>
            <a:off x="5222578" y="2112200"/>
            <a:ext cx="2717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139" name="Google Shape;139;p5"/>
          <p:cNvSpPr/>
          <p:nvPr/>
        </p:nvSpPr>
        <p:spPr>
          <a:xfrm rot="-10561782">
            <a:off x="8238038" y="-525022"/>
            <a:ext cx="985725" cy="1031626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 flipH="1" rot="-5400000">
            <a:off x="6968485" y="14294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 flipH="1">
            <a:off x="117147" y="4427911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 rot="-1388395">
            <a:off x="7770961" y="4280857"/>
            <a:ext cx="637161" cy="544831"/>
            <a:chOff x="313225" y="3635825"/>
            <a:chExt cx="637125" cy="544800"/>
          </a:xfrm>
        </p:grpSpPr>
        <p:sp>
          <p:nvSpPr>
            <p:cNvPr id="143" name="Google Shape;143;p5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5"/>
          <p:cNvSpPr/>
          <p:nvPr/>
        </p:nvSpPr>
        <p:spPr>
          <a:xfrm rot="-252871">
            <a:off x="-308997" y="3086923"/>
            <a:ext cx="985661" cy="103155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 flipH="1">
            <a:off x="8025975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-88850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 flipH="1">
            <a:off x="8600325" y="3060137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-808825" y="1647612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 flipH="1">
            <a:off x="1319275" y="4320775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6"/>
          <p:cNvGrpSpPr/>
          <p:nvPr/>
        </p:nvGrpSpPr>
        <p:grpSpPr>
          <a:xfrm rot="-1273357">
            <a:off x="8658454" y="1803190"/>
            <a:ext cx="637138" cy="544811"/>
            <a:chOff x="313225" y="3635825"/>
            <a:chExt cx="637125" cy="544800"/>
          </a:xfrm>
        </p:grpSpPr>
        <p:sp>
          <p:nvSpPr>
            <p:cNvPr id="163" name="Google Shape;163;p6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6"/>
          <p:cNvSpPr/>
          <p:nvPr/>
        </p:nvSpPr>
        <p:spPr>
          <a:xfrm rot="-5400000">
            <a:off x="6949189" y="1537911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77" name="Google Shape;177;p6"/>
          <p:cNvGrpSpPr/>
          <p:nvPr/>
        </p:nvGrpSpPr>
        <p:grpSpPr>
          <a:xfrm rot="4496121">
            <a:off x="-160812" y="2703271"/>
            <a:ext cx="637103" cy="544781"/>
            <a:chOff x="313225" y="3635825"/>
            <a:chExt cx="637125" cy="544800"/>
          </a:xfrm>
        </p:grpSpPr>
        <p:sp>
          <p:nvSpPr>
            <p:cNvPr id="178" name="Google Shape;178;p6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6"/>
          <p:cNvSpPr/>
          <p:nvPr/>
        </p:nvSpPr>
        <p:spPr>
          <a:xfrm flipH="1">
            <a:off x="7701959" y="3835959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 flipH="1" rot="5400000">
            <a:off x="-429062" y="3565853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6"/>
          <p:cNvGrpSpPr/>
          <p:nvPr/>
        </p:nvGrpSpPr>
        <p:grpSpPr>
          <a:xfrm>
            <a:off x="338375" y="4699838"/>
            <a:ext cx="1399975" cy="635600"/>
            <a:chOff x="3996175" y="2416275"/>
            <a:chExt cx="1399975" cy="635600"/>
          </a:xfrm>
        </p:grpSpPr>
        <p:sp>
          <p:nvSpPr>
            <p:cNvPr id="193" name="Google Shape;193;p6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6"/>
          <p:cNvSpPr/>
          <p:nvPr/>
        </p:nvSpPr>
        <p:spPr>
          <a:xfrm>
            <a:off x="-56000" y="1601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5114100" y="48565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 flipH="1" rot="368914">
            <a:off x="2801585" y="4653808"/>
            <a:ext cx="985571" cy="1031464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 flipH="1" rot="-8460681">
            <a:off x="8302560" y="-573213"/>
            <a:ext cx="985562" cy="1031455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 flipH="1">
            <a:off x="0" y="3662300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7"/>
          <p:cNvSpPr txBox="1"/>
          <p:nvPr>
            <p:ph idx="1" type="subTitle"/>
          </p:nvPr>
        </p:nvSpPr>
        <p:spPr>
          <a:xfrm>
            <a:off x="720000" y="169435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07" name="Google Shape;207;p7"/>
          <p:cNvSpPr/>
          <p:nvPr/>
        </p:nvSpPr>
        <p:spPr>
          <a:xfrm rot="-252871">
            <a:off x="-398847" y="1119623"/>
            <a:ext cx="985661" cy="103155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7"/>
          <p:cNvGrpSpPr/>
          <p:nvPr/>
        </p:nvGrpSpPr>
        <p:grpSpPr>
          <a:xfrm rot="-1050326">
            <a:off x="8333382" y="3630678"/>
            <a:ext cx="637133" cy="544807"/>
            <a:chOff x="313225" y="3635825"/>
            <a:chExt cx="637125" cy="544800"/>
          </a:xfrm>
        </p:grpSpPr>
        <p:sp>
          <p:nvSpPr>
            <p:cNvPr id="209" name="Google Shape;209;p7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7"/>
          <p:cNvSpPr/>
          <p:nvPr/>
        </p:nvSpPr>
        <p:spPr>
          <a:xfrm rot="-5400000">
            <a:off x="7962366" y="3539394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 flipH="1" rot="5400000">
            <a:off x="-2137628" y="26904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 rot="5400000">
            <a:off x="-777613" y="-216427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 flipH="1">
            <a:off x="-770975" y="49020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 rot="-6098018">
            <a:off x="8377926" y="2020682"/>
            <a:ext cx="985588" cy="1031482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7"/>
          <p:cNvGrpSpPr/>
          <p:nvPr/>
        </p:nvGrpSpPr>
        <p:grpSpPr>
          <a:xfrm>
            <a:off x="8561938" y="638163"/>
            <a:ext cx="1399975" cy="635600"/>
            <a:chOff x="3996175" y="2416275"/>
            <a:chExt cx="1399975" cy="635600"/>
          </a:xfrm>
        </p:grpSpPr>
        <p:sp>
          <p:nvSpPr>
            <p:cNvPr id="227" name="Google Shape;227;p7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7"/>
          <p:cNvSpPr/>
          <p:nvPr/>
        </p:nvSpPr>
        <p:spPr>
          <a:xfrm>
            <a:off x="7917400" y="25803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7580925" y="4570700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>
            <p:ph type="title"/>
          </p:nvPr>
        </p:nvSpPr>
        <p:spPr>
          <a:xfrm>
            <a:off x="1969250" y="1744800"/>
            <a:ext cx="5205300" cy="16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37" name="Google Shape;237;p8"/>
          <p:cNvGrpSpPr/>
          <p:nvPr/>
        </p:nvGrpSpPr>
        <p:grpSpPr>
          <a:xfrm rot="4394029">
            <a:off x="129204" y="76260"/>
            <a:ext cx="637198" cy="544863"/>
            <a:chOff x="313225" y="3635825"/>
            <a:chExt cx="637125" cy="544800"/>
          </a:xfrm>
        </p:grpSpPr>
        <p:sp>
          <p:nvSpPr>
            <p:cNvPr id="238" name="Google Shape;238;p8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8"/>
          <p:cNvSpPr/>
          <p:nvPr/>
        </p:nvSpPr>
        <p:spPr>
          <a:xfrm rot="5400000">
            <a:off x="-2366228" y="14484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 rot="-3182347">
            <a:off x="8245535" y="2841647"/>
            <a:ext cx="985581" cy="1031475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882900" y="477277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-341017" y="3425148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 rot="-5400000">
            <a:off x="8019283" y="3247564"/>
            <a:ext cx="1747178" cy="2046394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8"/>
          <p:cNvGrpSpPr/>
          <p:nvPr/>
        </p:nvGrpSpPr>
        <p:grpSpPr>
          <a:xfrm>
            <a:off x="7807300" y="337888"/>
            <a:ext cx="1399975" cy="635600"/>
            <a:chOff x="3996175" y="2416275"/>
            <a:chExt cx="1399975" cy="635600"/>
          </a:xfrm>
        </p:grpSpPr>
        <p:sp>
          <p:nvSpPr>
            <p:cNvPr id="256" name="Google Shape;256;p8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" name="Google Shape;262;p8"/>
          <p:cNvSpPr/>
          <p:nvPr/>
        </p:nvSpPr>
        <p:spPr>
          <a:xfrm>
            <a:off x="5443025" y="61064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 flipH="1">
            <a:off x="-1094500" y="2709024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8"/>
          <p:cNvGrpSpPr/>
          <p:nvPr/>
        </p:nvGrpSpPr>
        <p:grpSpPr>
          <a:xfrm>
            <a:off x="2274058" y="4761090"/>
            <a:ext cx="637189" cy="544854"/>
            <a:chOff x="313225" y="3635825"/>
            <a:chExt cx="637125" cy="544800"/>
          </a:xfrm>
        </p:grpSpPr>
        <p:sp>
          <p:nvSpPr>
            <p:cNvPr id="265" name="Google Shape;265;p8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p8"/>
          <p:cNvSpPr/>
          <p:nvPr/>
        </p:nvSpPr>
        <p:spPr>
          <a:xfrm>
            <a:off x="7955850" y="3973100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/>
          <p:nvPr>
            <p:ph type="title"/>
          </p:nvPr>
        </p:nvSpPr>
        <p:spPr>
          <a:xfrm>
            <a:off x="2135550" y="1616700"/>
            <a:ext cx="4872900" cy="14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0" name="Google Shape;280;p9"/>
          <p:cNvSpPr txBox="1"/>
          <p:nvPr>
            <p:ph idx="1" type="subTitle"/>
          </p:nvPr>
        </p:nvSpPr>
        <p:spPr>
          <a:xfrm>
            <a:off x="2135550" y="30011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9"/>
          <p:cNvSpPr/>
          <p:nvPr/>
        </p:nvSpPr>
        <p:spPr>
          <a:xfrm flipH="1">
            <a:off x="7649818" y="2943019"/>
            <a:ext cx="985544" cy="1031436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1527750" y="474273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9"/>
          <p:cNvGrpSpPr/>
          <p:nvPr/>
        </p:nvGrpSpPr>
        <p:grpSpPr>
          <a:xfrm rot="-2559707">
            <a:off x="7333623" y="4464109"/>
            <a:ext cx="637154" cy="544825"/>
            <a:chOff x="313225" y="3635825"/>
            <a:chExt cx="637125" cy="544800"/>
          </a:xfrm>
        </p:grpSpPr>
        <p:sp>
          <p:nvSpPr>
            <p:cNvPr id="284" name="Google Shape;284;p9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9"/>
          <p:cNvGrpSpPr/>
          <p:nvPr/>
        </p:nvGrpSpPr>
        <p:grpSpPr>
          <a:xfrm rot="2874609">
            <a:off x="100206" y="343183"/>
            <a:ext cx="637130" cy="544804"/>
            <a:chOff x="313225" y="3635825"/>
            <a:chExt cx="637125" cy="544800"/>
          </a:xfrm>
        </p:grpSpPr>
        <p:sp>
          <p:nvSpPr>
            <p:cNvPr id="297" name="Google Shape;297;p9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9"/>
          <p:cNvSpPr/>
          <p:nvPr/>
        </p:nvSpPr>
        <p:spPr>
          <a:xfrm flipH="1" rot="5400000">
            <a:off x="-1833336" y="14754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0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 rot="-5400000">
            <a:off x="7539041" y="3539394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9"/>
          <p:cNvGrpSpPr/>
          <p:nvPr/>
        </p:nvGrpSpPr>
        <p:grpSpPr>
          <a:xfrm flipH="1">
            <a:off x="7578375" y="-77362"/>
            <a:ext cx="1399975" cy="635600"/>
            <a:chOff x="3996175" y="2416275"/>
            <a:chExt cx="1399975" cy="635600"/>
          </a:xfrm>
        </p:grpSpPr>
        <p:sp>
          <p:nvSpPr>
            <p:cNvPr id="313" name="Google Shape;313;p9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9"/>
          <p:cNvGrpSpPr/>
          <p:nvPr/>
        </p:nvGrpSpPr>
        <p:grpSpPr>
          <a:xfrm>
            <a:off x="439263" y="1688463"/>
            <a:ext cx="1399975" cy="635600"/>
            <a:chOff x="3996175" y="2416275"/>
            <a:chExt cx="1399975" cy="635600"/>
          </a:xfrm>
        </p:grpSpPr>
        <p:sp>
          <p:nvSpPr>
            <p:cNvPr id="320" name="Google Shape;320;p9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9"/>
          <p:cNvSpPr/>
          <p:nvPr/>
        </p:nvSpPr>
        <p:spPr>
          <a:xfrm>
            <a:off x="8729750" y="1878162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9"/>
          <p:cNvGrpSpPr/>
          <p:nvPr/>
        </p:nvGrpSpPr>
        <p:grpSpPr>
          <a:xfrm>
            <a:off x="2135538" y="360340"/>
            <a:ext cx="1022401" cy="671137"/>
            <a:chOff x="3420300" y="450375"/>
            <a:chExt cx="1714000" cy="1125125"/>
          </a:xfrm>
        </p:grpSpPr>
        <p:sp>
          <p:nvSpPr>
            <p:cNvPr id="328" name="Google Shape;328;p9"/>
            <p:cNvSpPr/>
            <p:nvPr/>
          </p:nvSpPr>
          <p:spPr>
            <a:xfrm>
              <a:off x="3577500" y="1062550"/>
              <a:ext cx="593575" cy="446900"/>
            </a:xfrm>
            <a:custGeom>
              <a:rect b="b" l="l" r="r" t="t"/>
              <a:pathLst>
                <a:path extrusionOk="0" h="17876" w="23743">
                  <a:moveTo>
                    <a:pt x="23236" y="0"/>
                  </a:moveTo>
                  <a:lnTo>
                    <a:pt x="4450" y="613"/>
                  </a:lnTo>
                  <a:cubicBezTo>
                    <a:pt x="2159" y="5569"/>
                    <a:pt x="1" y="10339"/>
                    <a:pt x="3038" y="14416"/>
                  </a:cubicBezTo>
                  <a:cubicBezTo>
                    <a:pt x="4749" y="16678"/>
                    <a:pt x="8870" y="17876"/>
                    <a:pt x="13368" y="17876"/>
                  </a:cubicBezTo>
                  <a:cubicBezTo>
                    <a:pt x="16925" y="17876"/>
                    <a:pt x="20718" y="17126"/>
                    <a:pt x="23742" y="15562"/>
                  </a:cubicBezTo>
                  <a:lnTo>
                    <a:pt x="23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3646125" y="450375"/>
              <a:ext cx="960600" cy="595550"/>
            </a:xfrm>
            <a:custGeom>
              <a:rect b="b" l="l" r="r" t="t"/>
              <a:pathLst>
                <a:path extrusionOk="0" h="23822" w="38424">
                  <a:moveTo>
                    <a:pt x="21983" y="0"/>
                  </a:moveTo>
                  <a:cubicBezTo>
                    <a:pt x="22303" y="213"/>
                    <a:pt x="22649" y="426"/>
                    <a:pt x="22942" y="666"/>
                  </a:cubicBezTo>
                  <a:cubicBezTo>
                    <a:pt x="23448" y="1039"/>
                    <a:pt x="23955" y="1359"/>
                    <a:pt x="24328" y="1679"/>
                  </a:cubicBezTo>
                  <a:cubicBezTo>
                    <a:pt x="25127" y="2318"/>
                    <a:pt x="25660" y="2745"/>
                    <a:pt x="25660" y="2745"/>
                  </a:cubicBezTo>
                  <a:lnTo>
                    <a:pt x="25420" y="3038"/>
                  </a:lnTo>
                  <a:cubicBezTo>
                    <a:pt x="25420" y="3038"/>
                    <a:pt x="24861" y="2691"/>
                    <a:pt x="24008" y="2185"/>
                  </a:cubicBezTo>
                  <a:cubicBezTo>
                    <a:pt x="23582" y="1918"/>
                    <a:pt x="23049" y="1679"/>
                    <a:pt x="22516" y="1386"/>
                  </a:cubicBezTo>
                  <a:cubicBezTo>
                    <a:pt x="21983" y="1092"/>
                    <a:pt x="21370" y="853"/>
                    <a:pt x="20757" y="560"/>
                  </a:cubicBezTo>
                  <a:cubicBezTo>
                    <a:pt x="20411" y="400"/>
                    <a:pt x="20064" y="266"/>
                    <a:pt x="19718" y="133"/>
                  </a:cubicBezTo>
                  <a:cubicBezTo>
                    <a:pt x="7807" y="1252"/>
                    <a:pt x="0" y="8500"/>
                    <a:pt x="1626" y="23821"/>
                  </a:cubicBezTo>
                  <a:lnTo>
                    <a:pt x="38423" y="22622"/>
                  </a:lnTo>
                  <a:lnTo>
                    <a:pt x="38077" y="11751"/>
                  </a:lnTo>
                  <a:cubicBezTo>
                    <a:pt x="37704" y="9832"/>
                    <a:pt x="36718" y="7381"/>
                    <a:pt x="34800" y="5196"/>
                  </a:cubicBezTo>
                  <a:lnTo>
                    <a:pt x="34800" y="5196"/>
                  </a:lnTo>
                  <a:cubicBezTo>
                    <a:pt x="34906" y="5462"/>
                    <a:pt x="35013" y="5729"/>
                    <a:pt x="35093" y="5995"/>
                  </a:cubicBezTo>
                  <a:cubicBezTo>
                    <a:pt x="35386" y="6955"/>
                    <a:pt x="35599" y="7594"/>
                    <a:pt x="35599" y="7594"/>
                  </a:cubicBezTo>
                  <a:lnTo>
                    <a:pt x="35253" y="7727"/>
                  </a:lnTo>
                  <a:cubicBezTo>
                    <a:pt x="35253" y="7727"/>
                    <a:pt x="34959" y="7114"/>
                    <a:pt x="34533" y="6235"/>
                  </a:cubicBezTo>
                  <a:cubicBezTo>
                    <a:pt x="34320" y="5782"/>
                    <a:pt x="34027" y="5276"/>
                    <a:pt x="33734" y="4743"/>
                  </a:cubicBezTo>
                  <a:cubicBezTo>
                    <a:pt x="33494" y="4290"/>
                    <a:pt x="33174" y="3837"/>
                    <a:pt x="32881" y="3357"/>
                  </a:cubicBezTo>
                  <a:cubicBezTo>
                    <a:pt x="32082" y="2718"/>
                    <a:pt x="31149" y="2132"/>
                    <a:pt x="30137" y="1652"/>
                  </a:cubicBezTo>
                  <a:lnTo>
                    <a:pt x="30137" y="1652"/>
                  </a:lnTo>
                  <a:cubicBezTo>
                    <a:pt x="30323" y="1918"/>
                    <a:pt x="30536" y="2212"/>
                    <a:pt x="30696" y="2478"/>
                  </a:cubicBezTo>
                  <a:cubicBezTo>
                    <a:pt x="31043" y="3011"/>
                    <a:pt x="31416" y="3491"/>
                    <a:pt x="31655" y="3944"/>
                  </a:cubicBezTo>
                  <a:cubicBezTo>
                    <a:pt x="32162" y="4796"/>
                    <a:pt x="32508" y="5382"/>
                    <a:pt x="32508" y="5382"/>
                  </a:cubicBezTo>
                  <a:lnTo>
                    <a:pt x="32188" y="5569"/>
                  </a:lnTo>
                  <a:cubicBezTo>
                    <a:pt x="32188" y="5569"/>
                    <a:pt x="31789" y="5063"/>
                    <a:pt x="31176" y="4290"/>
                  </a:cubicBezTo>
                  <a:cubicBezTo>
                    <a:pt x="30883" y="3890"/>
                    <a:pt x="30456" y="3464"/>
                    <a:pt x="30057" y="3011"/>
                  </a:cubicBezTo>
                  <a:cubicBezTo>
                    <a:pt x="29657" y="2531"/>
                    <a:pt x="29151" y="2078"/>
                    <a:pt x="28698" y="1625"/>
                  </a:cubicBezTo>
                  <a:cubicBezTo>
                    <a:pt x="28405" y="1332"/>
                    <a:pt x="28085" y="1039"/>
                    <a:pt x="27792" y="746"/>
                  </a:cubicBezTo>
                  <a:cubicBezTo>
                    <a:pt x="27259" y="613"/>
                    <a:pt x="26699" y="480"/>
                    <a:pt x="26140" y="346"/>
                  </a:cubicBezTo>
                  <a:lnTo>
                    <a:pt x="26140" y="346"/>
                  </a:lnTo>
                  <a:cubicBezTo>
                    <a:pt x="26593" y="799"/>
                    <a:pt x="27046" y="1226"/>
                    <a:pt x="27445" y="1652"/>
                  </a:cubicBezTo>
                  <a:cubicBezTo>
                    <a:pt x="27872" y="2132"/>
                    <a:pt x="28298" y="2531"/>
                    <a:pt x="28618" y="2931"/>
                  </a:cubicBezTo>
                  <a:cubicBezTo>
                    <a:pt x="29257" y="3704"/>
                    <a:pt x="29684" y="4237"/>
                    <a:pt x="29684" y="4237"/>
                  </a:cubicBezTo>
                  <a:lnTo>
                    <a:pt x="29417" y="4476"/>
                  </a:lnTo>
                  <a:cubicBezTo>
                    <a:pt x="29417" y="4476"/>
                    <a:pt x="28938" y="4024"/>
                    <a:pt x="28191" y="3357"/>
                  </a:cubicBezTo>
                  <a:cubicBezTo>
                    <a:pt x="27845" y="3011"/>
                    <a:pt x="27365" y="2691"/>
                    <a:pt x="26886" y="2292"/>
                  </a:cubicBezTo>
                  <a:cubicBezTo>
                    <a:pt x="26406" y="1892"/>
                    <a:pt x="25847" y="1519"/>
                    <a:pt x="25314" y="1146"/>
                  </a:cubicBezTo>
                  <a:cubicBezTo>
                    <a:pt x="24807" y="746"/>
                    <a:pt x="24221" y="426"/>
                    <a:pt x="23715" y="80"/>
                  </a:cubicBezTo>
                  <a:lnTo>
                    <a:pt x="23662" y="53"/>
                  </a:lnTo>
                  <a:cubicBezTo>
                    <a:pt x="23129" y="0"/>
                    <a:pt x="22569" y="0"/>
                    <a:pt x="219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3420300" y="680175"/>
              <a:ext cx="288450" cy="616325"/>
            </a:xfrm>
            <a:custGeom>
              <a:rect b="b" l="l" r="r" t="t"/>
              <a:pathLst>
                <a:path extrusionOk="0" h="24653" w="11538">
                  <a:moveTo>
                    <a:pt x="107" y="1"/>
                  </a:moveTo>
                  <a:cubicBezTo>
                    <a:pt x="2558" y="12498"/>
                    <a:pt x="0" y="24515"/>
                    <a:pt x="480" y="24648"/>
                  </a:cubicBezTo>
                  <a:cubicBezTo>
                    <a:pt x="490" y="24651"/>
                    <a:pt x="503" y="24653"/>
                    <a:pt x="519" y="24653"/>
                  </a:cubicBezTo>
                  <a:cubicBezTo>
                    <a:pt x="1316" y="24653"/>
                    <a:pt x="9403" y="20806"/>
                    <a:pt x="10579" y="15269"/>
                  </a:cubicBezTo>
                  <a:cubicBezTo>
                    <a:pt x="11538" y="10712"/>
                    <a:pt x="5622" y="2346"/>
                    <a:pt x="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3675425" y="615575"/>
              <a:ext cx="1458875" cy="836125"/>
            </a:xfrm>
            <a:custGeom>
              <a:rect b="b" l="l" r="r" t="t"/>
              <a:pathLst>
                <a:path extrusionOk="0" h="33445" w="58355">
                  <a:moveTo>
                    <a:pt x="24111" y="0"/>
                  </a:moveTo>
                  <a:cubicBezTo>
                    <a:pt x="23703" y="0"/>
                    <a:pt x="23287" y="9"/>
                    <a:pt x="22863" y="27"/>
                  </a:cubicBezTo>
                  <a:cubicBezTo>
                    <a:pt x="7834" y="693"/>
                    <a:pt x="2612" y="13190"/>
                    <a:pt x="1386" y="14842"/>
                  </a:cubicBezTo>
                  <a:cubicBezTo>
                    <a:pt x="134" y="16521"/>
                    <a:pt x="1" y="17506"/>
                    <a:pt x="214" y="18892"/>
                  </a:cubicBezTo>
                  <a:cubicBezTo>
                    <a:pt x="427" y="20278"/>
                    <a:pt x="2399" y="26006"/>
                    <a:pt x="8207" y="30323"/>
                  </a:cubicBezTo>
                  <a:cubicBezTo>
                    <a:pt x="11471" y="32733"/>
                    <a:pt x="15112" y="33444"/>
                    <a:pt x="19137" y="33444"/>
                  </a:cubicBezTo>
                  <a:cubicBezTo>
                    <a:pt x="22277" y="33444"/>
                    <a:pt x="25650" y="33012"/>
                    <a:pt x="29258" y="32615"/>
                  </a:cubicBezTo>
                  <a:cubicBezTo>
                    <a:pt x="37518" y="31682"/>
                    <a:pt x="41968" y="28964"/>
                    <a:pt x="46791" y="27072"/>
                  </a:cubicBezTo>
                  <a:cubicBezTo>
                    <a:pt x="51587" y="25180"/>
                    <a:pt x="56730" y="25607"/>
                    <a:pt x="57529" y="25314"/>
                  </a:cubicBezTo>
                  <a:cubicBezTo>
                    <a:pt x="58328" y="25021"/>
                    <a:pt x="56516" y="24195"/>
                    <a:pt x="56516" y="24195"/>
                  </a:cubicBezTo>
                  <a:cubicBezTo>
                    <a:pt x="56516" y="24195"/>
                    <a:pt x="58355" y="23635"/>
                    <a:pt x="56969" y="23182"/>
                  </a:cubicBezTo>
                  <a:cubicBezTo>
                    <a:pt x="55557" y="22756"/>
                    <a:pt x="48869" y="21184"/>
                    <a:pt x="46871" y="19452"/>
                  </a:cubicBezTo>
                  <a:cubicBezTo>
                    <a:pt x="44845" y="17746"/>
                    <a:pt x="40742" y="11058"/>
                    <a:pt x="38157" y="6688"/>
                  </a:cubicBezTo>
                  <a:cubicBezTo>
                    <a:pt x="35742" y="2536"/>
                    <a:pt x="31045" y="0"/>
                    <a:pt x="24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4436175" y="1123175"/>
              <a:ext cx="698125" cy="297125"/>
            </a:xfrm>
            <a:custGeom>
              <a:rect b="b" l="l" r="r" t="t"/>
              <a:pathLst>
                <a:path extrusionOk="0" h="11885" w="27925">
                  <a:moveTo>
                    <a:pt x="17773" y="0"/>
                  </a:moveTo>
                  <a:lnTo>
                    <a:pt x="293" y="1945"/>
                  </a:lnTo>
                  <a:cubicBezTo>
                    <a:pt x="293" y="1945"/>
                    <a:pt x="0" y="7008"/>
                    <a:pt x="1812" y="11884"/>
                  </a:cubicBezTo>
                  <a:cubicBezTo>
                    <a:pt x="8234" y="10712"/>
                    <a:pt x="12151" y="8420"/>
                    <a:pt x="16361" y="6768"/>
                  </a:cubicBezTo>
                  <a:cubicBezTo>
                    <a:pt x="21157" y="4876"/>
                    <a:pt x="26326" y="5303"/>
                    <a:pt x="27099" y="5010"/>
                  </a:cubicBezTo>
                  <a:cubicBezTo>
                    <a:pt x="27898" y="4717"/>
                    <a:pt x="26086" y="3891"/>
                    <a:pt x="26086" y="3891"/>
                  </a:cubicBezTo>
                  <a:cubicBezTo>
                    <a:pt x="26086" y="3891"/>
                    <a:pt x="27925" y="3331"/>
                    <a:pt x="26539" y="2878"/>
                  </a:cubicBezTo>
                  <a:cubicBezTo>
                    <a:pt x="25367" y="2532"/>
                    <a:pt x="20517" y="1359"/>
                    <a:pt x="177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4432825" y="726800"/>
              <a:ext cx="596900" cy="471875"/>
            </a:xfrm>
            <a:custGeom>
              <a:rect b="b" l="l" r="r" t="t"/>
              <a:pathLst>
                <a:path extrusionOk="0" h="18875" w="23876">
                  <a:moveTo>
                    <a:pt x="6209" y="1"/>
                  </a:moveTo>
                  <a:cubicBezTo>
                    <a:pt x="1413" y="6716"/>
                    <a:pt x="1" y="17267"/>
                    <a:pt x="427" y="17800"/>
                  </a:cubicBezTo>
                  <a:cubicBezTo>
                    <a:pt x="898" y="18395"/>
                    <a:pt x="13443" y="18875"/>
                    <a:pt x="19099" y="18875"/>
                  </a:cubicBezTo>
                  <a:cubicBezTo>
                    <a:pt x="19525" y="18875"/>
                    <a:pt x="19912" y="18872"/>
                    <a:pt x="20252" y="18866"/>
                  </a:cubicBezTo>
                  <a:cubicBezTo>
                    <a:pt x="22010" y="18840"/>
                    <a:pt x="23156" y="18440"/>
                    <a:pt x="23876" y="17960"/>
                  </a:cubicBezTo>
                  <a:cubicBezTo>
                    <a:pt x="21318" y="17241"/>
                    <a:pt x="17907" y="16175"/>
                    <a:pt x="16575" y="15003"/>
                  </a:cubicBezTo>
                  <a:cubicBezTo>
                    <a:pt x="14549" y="13297"/>
                    <a:pt x="10446" y="6609"/>
                    <a:pt x="7861" y="2239"/>
                  </a:cubicBezTo>
                  <a:cubicBezTo>
                    <a:pt x="7408" y="1413"/>
                    <a:pt x="6849" y="694"/>
                    <a:pt x="6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4074450" y="922000"/>
              <a:ext cx="427700" cy="337500"/>
            </a:xfrm>
            <a:custGeom>
              <a:rect b="b" l="l" r="r" t="t"/>
              <a:pathLst>
                <a:path extrusionOk="0" h="13500" w="17108">
                  <a:moveTo>
                    <a:pt x="0" y="0"/>
                  </a:moveTo>
                  <a:lnTo>
                    <a:pt x="0" y="0"/>
                  </a:lnTo>
                  <a:cubicBezTo>
                    <a:pt x="2452" y="5516"/>
                    <a:pt x="5596" y="10126"/>
                    <a:pt x="6049" y="11644"/>
                  </a:cubicBezTo>
                  <a:cubicBezTo>
                    <a:pt x="6502" y="13190"/>
                    <a:pt x="6022" y="13296"/>
                    <a:pt x="8207" y="13456"/>
                  </a:cubicBezTo>
                  <a:cubicBezTo>
                    <a:pt x="8545" y="13481"/>
                    <a:pt x="8947" y="13500"/>
                    <a:pt x="9391" y="13500"/>
                  </a:cubicBezTo>
                  <a:cubicBezTo>
                    <a:pt x="11852" y="13500"/>
                    <a:pt x="15617" y="12921"/>
                    <a:pt x="17107" y="9513"/>
                  </a:cubicBezTo>
                  <a:cubicBezTo>
                    <a:pt x="17107" y="9513"/>
                    <a:pt x="6715" y="426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4622675" y="1037175"/>
              <a:ext cx="97950" cy="96025"/>
            </a:xfrm>
            <a:custGeom>
              <a:rect b="b" l="l" r="r" t="t"/>
              <a:pathLst>
                <a:path extrusionOk="0" h="3841" w="3918">
                  <a:moveTo>
                    <a:pt x="1988" y="1"/>
                  </a:moveTo>
                  <a:cubicBezTo>
                    <a:pt x="1956" y="1"/>
                    <a:pt x="1925" y="1"/>
                    <a:pt x="1893" y="3"/>
                  </a:cubicBezTo>
                  <a:cubicBezTo>
                    <a:pt x="854" y="30"/>
                    <a:pt x="1" y="909"/>
                    <a:pt x="54" y="1975"/>
                  </a:cubicBezTo>
                  <a:cubicBezTo>
                    <a:pt x="80" y="3024"/>
                    <a:pt x="933" y="3841"/>
                    <a:pt x="1976" y="3841"/>
                  </a:cubicBezTo>
                  <a:cubicBezTo>
                    <a:pt x="1993" y="3841"/>
                    <a:pt x="2009" y="3840"/>
                    <a:pt x="2026" y="3840"/>
                  </a:cubicBezTo>
                  <a:cubicBezTo>
                    <a:pt x="3092" y="3813"/>
                    <a:pt x="3918" y="2907"/>
                    <a:pt x="3891" y="1841"/>
                  </a:cubicBezTo>
                  <a:cubicBezTo>
                    <a:pt x="3865" y="833"/>
                    <a:pt x="3012" y="1"/>
                    <a:pt x="19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4640675" y="1054525"/>
              <a:ext cx="62650" cy="61350"/>
            </a:xfrm>
            <a:custGeom>
              <a:rect b="b" l="l" r="r" t="t"/>
              <a:pathLst>
                <a:path extrusionOk="0" h="2454" w="2506">
                  <a:moveTo>
                    <a:pt x="1249" y="1"/>
                  </a:moveTo>
                  <a:cubicBezTo>
                    <a:pt x="1233" y="1"/>
                    <a:pt x="1216" y="1"/>
                    <a:pt x="1199" y="2"/>
                  </a:cubicBezTo>
                  <a:cubicBezTo>
                    <a:pt x="533" y="28"/>
                    <a:pt x="0" y="588"/>
                    <a:pt x="27" y="1254"/>
                  </a:cubicBezTo>
                  <a:cubicBezTo>
                    <a:pt x="54" y="1920"/>
                    <a:pt x="613" y="2453"/>
                    <a:pt x="1279" y="2453"/>
                  </a:cubicBezTo>
                  <a:cubicBezTo>
                    <a:pt x="1972" y="2426"/>
                    <a:pt x="2505" y="1840"/>
                    <a:pt x="2478" y="1174"/>
                  </a:cubicBezTo>
                  <a:cubicBezTo>
                    <a:pt x="2452" y="524"/>
                    <a:pt x="1919" y="1"/>
                    <a:pt x="1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4200350" y="1397550"/>
              <a:ext cx="259150" cy="177950"/>
            </a:xfrm>
            <a:custGeom>
              <a:rect b="b" l="l" r="r" t="t"/>
              <a:pathLst>
                <a:path extrusionOk="0" h="7118" w="10366">
                  <a:moveTo>
                    <a:pt x="10175" y="0"/>
                  </a:moveTo>
                  <a:cubicBezTo>
                    <a:pt x="7689" y="0"/>
                    <a:pt x="4867" y="1497"/>
                    <a:pt x="3438" y="2588"/>
                  </a:cubicBezTo>
                  <a:cubicBezTo>
                    <a:pt x="3438" y="2588"/>
                    <a:pt x="1359" y="5279"/>
                    <a:pt x="0" y="7118"/>
                  </a:cubicBezTo>
                  <a:cubicBezTo>
                    <a:pt x="6662" y="5173"/>
                    <a:pt x="10366" y="3"/>
                    <a:pt x="10366" y="3"/>
                  </a:cubicBezTo>
                  <a:cubicBezTo>
                    <a:pt x="10302" y="1"/>
                    <a:pt x="10239" y="0"/>
                    <a:pt x="10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8" name="Google Shape;338;p9"/>
          <p:cNvSpPr/>
          <p:nvPr/>
        </p:nvSpPr>
        <p:spPr>
          <a:xfrm flipH="1">
            <a:off x="1023300" y="4037975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"/>
          <p:cNvSpPr/>
          <p:nvPr>
            <p:ph idx="2" type="pic"/>
          </p:nvPr>
        </p:nvSpPr>
        <p:spPr>
          <a:xfrm>
            <a:off x="1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10"/>
          <p:cNvSpPr txBox="1"/>
          <p:nvPr>
            <p:ph type="title"/>
          </p:nvPr>
        </p:nvSpPr>
        <p:spPr>
          <a:xfrm>
            <a:off x="720000" y="445663"/>
            <a:ext cx="7704000" cy="693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/>
          <p:cNvSpPr txBox="1"/>
          <p:nvPr>
            <p:ph hasCustomPrompt="1" type="title"/>
          </p:nvPr>
        </p:nvSpPr>
        <p:spPr>
          <a:xfrm>
            <a:off x="1284000" y="1786225"/>
            <a:ext cx="6576000" cy="12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44" name="Google Shape;344;p11"/>
          <p:cNvSpPr txBox="1"/>
          <p:nvPr>
            <p:ph idx="1" type="subTitle"/>
          </p:nvPr>
        </p:nvSpPr>
        <p:spPr>
          <a:xfrm>
            <a:off x="1284000" y="30304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45" name="Google Shape;345;p11"/>
          <p:cNvGrpSpPr/>
          <p:nvPr/>
        </p:nvGrpSpPr>
        <p:grpSpPr>
          <a:xfrm flipH="1">
            <a:off x="7434175" y="4042038"/>
            <a:ext cx="1399975" cy="635600"/>
            <a:chOff x="3996175" y="2416275"/>
            <a:chExt cx="1399975" cy="635600"/>
          </a:xfrm>
        </p:grpSpPr>
        <p:sp>
          <p:nvSpPr>
            <p:cNvPr id="346" name="Google Shape;346;p11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11"/>
          <p:cNvGrpSpPr/>
          <p:nvPr/>
        </p:nvGrpSpPr>
        <p:grpSpPr>
          <a:xfrm rot="-1321172">
            <a:off x="8283301" y="3287911"/>
            <a:ext cx="637086" cy="544767"/>
            <a:chOff x="313225" y="3635825"/>
            <a:chExt cx="637125" cy="544800"/>
          </a:xfrm>
        </p:grpSpPr>
        <p:sp>
          <p:nvSpPr>
            <p:cNvPr id="353" name="Google Shape;353;p11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1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1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1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1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1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5" name="Google Shape;365;p11"/>
          <p:cNvGrpSpPr/>
          <p:nvPr/>
        </p:nvGrpSpPr>
        <p:grpSpPr>
          <a:xfrm rot="-256012">
            <a:off x="6768756" y="4624212"/>
            <a:ext cx="637107" cy="544785"/>
            <a:chOff x="313225" y="3635825"/>
            <a:chExt cx="637125" cy="544800"/>
          </a:xfrm>
        </p:grpSpPr>
        <p:sp>
          <p:nvSpPr>
            <p:cNvPr id="366" name="Google Shape;366;p11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11"/>
          <p:cNvSpPr/>
          <p:nvPr/>
        </p:nvSpPr>
        <p:spPr>
          <a:xfrm rot="-172093">
            <a:off x="55742" y="2582556"/>
            <a:ext cx="985686" cy="1031585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3506801" y="44488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 rot="-5551744">
            <a:off x="8474985" y="-89370"/>
            <a:ext cx="985776" cy="1031679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 flipH="1">
            <a:off x="-138100" y="26272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 flipH="1" rot="5400000">
            <a:off x="-2792" y="3247564"/>
            <a:ext cx="1747178" cy="2046394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6" name="Google Shape;386;p13"/>
          <p:cNvSpPr txBox="1"/>
          <p:nvPr>
            <p:ph idx="1" type="subTitle"/>
          </p:nvPr>
        </p:nvSpPr>
        <p:spPr>
          <a:xfrm>
            <a:off x="778457" y="2878975"/>
            <a:ext cx="22704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3"/>
          <p:cNvSpPr txBox="1"/>
          <p:nvPr>
            <p:ph idx="2" type="subTitle"/>
          </p:nvPr>
        </p:nvSpPr>
        <p:spPr>
          <a:xfrm>
            <a:off x="3436798" y="2878975"/>
            <a:ext cx="22704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3"/>
          <p:cNvSpPr txBox="1"/>
          <p:nvPr>
            <p:ph idx="3" type="subTitle"/>
          </p:nvPr>
        </p:nvSpPr>
        <p:spPr>
          <a:xfrm>
            <a:off x="6095143" y="2878975"/>
            <a:ext cx="22704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13"/>
          <p:cNvSpPr txBox="1"/>
          <p:nvPr>
            <p:ph hasCustomPrompt="1" idx="4" type="title"/>
          </p:nvPr>
        </p:nvSpPr>
        <p:spPr>
          <a:xfrm>
            <a:off x="1413233" y="1712850"/>
            <a:ext cx="1001100" cy="765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0" name="Google Shape;390;p13"/>
          <p:cNvSpPr txBox="1"/>
          <p:nvPr>
            <p:ph hasCustomPrompt="1" idx="5" type="title"/>
          </p:nvPr>
        </p:nvSpPr>
        <p:spPr>
          <a:xfrm>
            <a:off x="4071574" y="1712850"/>
            <a:ext cx="1001100" cy="765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1" name="Google Shape;391;p13"/>
          <p:cNvSpPr txBox="1"/>
          <p:nvPr>
            <p:ph hasCustomPrompt="1" idx="6" type="title"/>
          </p:nvPr>
        </p:nvSpPr>
        <p:spPr>
          <a:xfrm>
            <a:off x="6729919" y="1712850"/>
            <a:ext cx="1001100" cy="765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2" name="Google Shape;392;p13"/>
          <p:cNvSpPr txBox="1"/>
          <p:nvPr>
            <p:ph idx="7" type="subTitle"/>
          </p:nvPr>
        </p:nvSpPr>
        <p:spPr>
          <a:xfrm>
            <a:off x="778457" y="2538563"/>
            <a:ext cx="22704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393" name="Google Shape;393;p13"/>
          <p:cNvSpPr txBox="1"/>
          <p:nvPr>
            <p:ph idx="8" type="subTitle"/>
          </p:nvPr>
        </p:nvSpPr>
        <p:spPr>
          <a:xfrm>
            <a:off x="3436798" y="2538563"/>
            <a:ext cx="22704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394" name="Google Shape;394;p13"/>
          <p:cNvSpPr txBox="1"/>
          <p:nvPr>
            <p:ph idx="9" type="subTitle"/>
          </p:nvPr>
        </p:nvSpPr>
        <p:spPr>
          <a:xfrm>
            <a:off x="6095143" y="2538563"/>
            <a:ext cx="22704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395" name="Google Shape;395;p13"/>
          <p:cNvSpPr/>
          <p:nvPr/>
        </p:nvSpPr>
        <p:spPr>
          <a:xfrm>
            <a:off x="795087" y="482213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6" name="Google Shape;396;p13"/>
          <p:cNvGrpSpPr/>
          <p:nvPr/>
        </p:nvGrpSpPr>
        <p:grpSpPr>
          <a:xfrm rot="-256012">
            <a:off x="8716606" y="2998062"/>
            <a:ext cx="637107" cy="544785"/>
            <a:chOff x="313225" y="3635825"/>
            <a:chExt cx="637125" cy="544800"/>
          </a:xfrm>
        </p:grpSpPr>
        <p:sp>
          <p:nvSpPr>
            <p:cNvPr id="397" name="Google Shape;397;p13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9" name="Google Shape;409;p13"/>
          <p:cNvGrpSpPr/>
          <p:nvPr/>
        </p:nvGrpSpPr>
        <p:grpSpPr>
          <a:xfrm rot="998563">
            <a:off x="394856" y="4135389"/>
            <a:ext cx="637119" cy="544795"/>
            <a:chOff x="313225" y="3635825"/>
            <a:chExt cx="637125" cy="544800"/>
          </a:xfrm>
        </p:grpSpPr>
        <p:sp>
          <p:nvSpPr>
            <p:cNvPr id="410" name="Google Shape;410;p13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2" name="Google Shape;422;p13"/>
          <p:cNvSpPr/>
          <p:nvPr/>
        </p:nvSpPr>
        <p:spPr>
          <a:xfrm flipH="1" rot="-485382">
            <a:off x="6965934" y="4199040"/>
            <a:ext cx="985522" cy="1031414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 rot="5400000">
            <a:off x="-2211161" y="14754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7118638" y="23163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-595300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 rot="-5400000">
            <a:off x="7562083" y="3247564"/>
            <a:ext cx="1747178" cy="2046394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 flipH="1" rot="-5400000">
            <a:off x="6877789" y="11246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8" name="Google Shape;428;p13"/>
          <p:cNvGrpSpPr/>
          <p:nvPr/>
        </p:nvGrpSpPr>
        <p:grpSpPr>
          <a:xfrm>
            <a:off x="68863" y="-216537"/>
            <a:ext cx="1399975" cy="635600"/>
            <a:chOff x="3996175" y="2416275"/>
            <a:chExt cx="1399975" cy="635600"/>
          </a:xfrm>
        </p:grpSpPr>
        <p:sp>
          <p:nvSpPr>
            <p:cNvPr id="429" name="Google Shape;429;p1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13"/>
          <p:cNvSpPr/>
          <p:nvPr/>
        </p:nvSpPr>
        <p:spPr>
          <a:xfrm flipH="1" rot="7935183">
            <a:off x="-503036" y="2347719"/>
            <a:ext cx="985522" cy="1031413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rgbClr val="017F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" name="Google Shape;436;p13"/>
          <p:cNvGrpSpPr/>
          <p:nvPr/>
        </p:nvGrpSpPr>
        <p:grpSpPr>
          <a:xfrm>
            <a:off x="5072663" y="4159138"/>
            <a:ext cx="1399975" cy="635600"/>
            <a:chOff x="3996175" y="2416275"/>
            <a:chExt cx="1399975" cy="635600"/>
          </a:xfrm>
        </p:grpSpPr>
        <p:sp>
          <p:nvSpPr>
            <p:cNvPr id="437" name="Google Shape;437;p1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"/>
          <p:cNvSpPr txBox="1"/>
          <p:nvPr>
            <p:ph type="title"/>
          </p:nvPr>
        </p:nvSpPr>
        <p:spPr>
          <a:xfrm>
            <a:off x="938025" y="3481288"/>
            <a:ext cx="4360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5" name="Google Shape;445;p14"/>
          <p:cNvSpPr txBox="1"/>
          <p:nvPr>
            <p:ph idx="1" type="subTitle"/>
          </p:nvPr>
        </p:nvSpPr>
        <p:spPr>
          <a:xfrm>
            <a:off x="938025" y="996700"/>
            <a:ext cx="4360200" cy="245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446" name="Google Shape;446;p14"/>
          <p:cNvGrpSpPr/>
          <p:nvPr/>
        </p:nvGrpSpPr>
        <p:grpSpPr>
          <a:xfrm rot="-1118162">
            <a:off x="7358545" y="3765280"/>
            <a:ext cx="637214" cy="544876"/>
            <a:chOff x="313225" y="3635825"/>
            <a:chExt cx="637125" cy="544800"/>
          </a:xfrm>
        </p:grpSpPr>
        <p:sp>
          <p:nvSpPr>
            <p:cNvPr id="447" name="Google Shape;447;p14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9" name="Google Shape;459;p14"/>
          <p:cNvSpPr/>
          <p:nvPr/>
        </p:nvSpPr>
        <p:spPr>
          <a:xfrm rot="-5400000">
            <a:off x="6459197" y="1789061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 rot="-5400000">
            <a:off x="7257283" y="3247564"/>
            <a:ext cx="1747178" cy="2046394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1" name="Google Shape;461;p14"/>
          <p:cNvGrpSpPr/>
          <p:nvPr/>
        </p:nvGrpSpPr>
        <p:grpSpPr>
          <a:xfrm flipH="1">
            <a:off x="7247900" y="221700"/>
            <a:ext cx="1399975" cy="635600"/>
            <a:chOff x="3996175" y="2416275"/>
            <a:chExt cx="1399975" cy="635600"/>
          </a:xfrm>
        </p:grpSpPr>
        <p:sp>
          <p:nvSpPr>
            <p:cNvPr id="462" name="Google Shape;462;p14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8" name="Google Shape;468;p14"/>
          <p:cNvSpPr/>
          <p:nvPr/>
        </p:nvSpPr>
        <p:spPr>
          <a:xfrm flipH="1">
            <a:off x="3112375" y="34077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 rot="-530272">
            <a:off x="-101512" y="4391061"/>
            <a:ext cx="985597" cy="1031492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14"/>
          <p:cNvGrpSpPr/>
          <p:nvPr/>
        </p:nvGrpSpPr>
        <p:grpSpPr>
          <a:xfrm>
            <a:off x="2492450" y="4665213"/>
            <a:ext cx="1399975" cy="635600"/>
            <a:chOff x="3996175" y="2416275"/>
            <a:chExt cx="1399975" cy="635600"/>
          </a:xfrm>
        </p:grpSpPr>
        <p:sp>
          <p:nvSpPr>
            <p:cNvPr id="471" name="Google Shape;471;p14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p14"/>
          <p:cNvSpPr/>
          <p:nvPr/>
        </p:nvSpPr>
        <p:spPr>
          <a:xfrm>
            <a:off x="-1359100" y="2854299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"/>
          <p:cNvSpPr/>
          <p:nvPr/>
        </p:nvSpPr>
        <p:spPr>
          <a:xfrm flipH="1">
            <a:off x="6289825" y="475694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 txBox="1"/>
          <p:nvPr>
            <p:ph type="title"/>
          </p:nvPr>
        </p:nvSpPr>
        <p:spPr>
          <a:xfrm>
            <a:off x="1048850" y="1201975"/>
            <a:ext cx="27396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1" name="Google Shape;481;p15"/>
          <p:cNvSpPr txBox="1"/>
          <p:nvPr>
            <p:ph idx="1" type="subTitle"/>
          </p:nvPr>
        </p:nvSpPr>
        <p:spPr>
          <a:xfrm>
            <a:off x="1048850" y="2833950"/>
            <a:ext cx="27396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15"/>
          <p:cNvSpPr/>
          <p:nvPr>
            <p:ph idx="2" type="pic"/>
          </p:nvPr>
        </p:nvSpPr>
        <p:spPr>
          <a:xfrm>
            <a:off x="4604550" y="861625"/>
            <a:ext cx="3240300" cy="3275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3" name="Google Shape;483;p15"/>
          <p:cNvSpPr/>
          <p:nvPr/>
        </p:nvSpPr>
        <p:spPr>
          <a:xfrm rot="-5814273">
            <a:off x="7938021" y="-52277"/>
            <a:ext cx="985593" cy="103148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4" name="Google Shape;484;p15"/>
          <p:cNvGrpSpPr/>
          <p:nvPr/>
        </p:nvGrpSpPr>
        <p:grpSpPr>
          <a:xfrm rot="1352829">
            <a:off x="1049669" y="4245460"/>
            <a:ext cx="637219" cy="544880"/>
            <a:chOff x="313225" y="3635825"/>
            <a:chExt cx="637125" cy="544800"/>
          </a:xfrm>
        </p:grpSpPr>
        <p:sp>
          <p:nvSpPr>
            <p:cNvPr id="485" name="Google Shape;485;p15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15"/>
          <p:cNvSpPr/>
          <p:nvPr/>
        </p:nvSpPr>
        <p:spPr>
          <a:xfrm rot="-5400000">
            <a:off x="6459189" y="14754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-138100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 rot="-5400000">
            <a:off x="7625208" y="3247564"/>
            <a:ext cx="1747178" cy="2046394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0" name="Google Shape;500;p15"/>
          <p:cNvGrpSpPr/>
          <p:nvPr/>
        </p:nvGrpSpPr>
        <p:grpSpPr>
          <a:xfrm>
            <a:off x="4480225" y="-59385"/>
            <a:ext cx="1399975" cy="635600"/>
            <a:chOff x="3996175" y="2416275"/>
            <a:chExt cx="1399975" cy="635600"/>
          </a:xfrm>
        </p:grpSpPr>
        <p:sp>
          <p:nvSpPr>
            <p:cNvPr id="501" name="Google Shape;501;p15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7" name="Google Shape;507;p15"/>
          <p:cNvGrpSpPr/>
          <p:nvPr/>
        </p:nvGrpSpPr>
        <p:grpSpPr>
          <a:xfrm>
            <a:off x="-882675" y="3049538"/>
            <a:ext cx="1399975" cy="635600"/>
            <a:chOff x="3996175" y="2416275"/>
            <a:chExt cx="1399975" cy="635600"/>
          </a:xfrm>
        </p:grpSpPr>
        <p:sp>
          <p:nvSpPr>
            <p:cNvPr id="508" name="Google Shape;508;p15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4" name="Google Shape;514;p15"/>
          <p:cNvSpPr/>
          <p:nvPr/>
        </p:nvSpPr>
        <p:spPr>
          <a:xfrm flipH="1">
            <a:off x="-138100" y="26272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8008450" y="3715650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6"/>
          <p:cNvSpPr txBox="1"/>
          <p:nvPr>
            <p:ph type="title"/>
          </p:nvPr>
        </p:nvSpPr>
        <p:spPr>
          <a:xfrm>
            <a:off x="1101000" y="1280050"/>
            <a:ext cx="2865000" cy="1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8" name="Google Shape;518;p16"/>
          <p:cNvSpPr txBox="1"/>
          <p:nvPr>
            <p:ph idx="1" type="subTitle"/>
          </p:nvPr>
        </p:nvSpPr>
        <p:spPr>
          <a:xfrm>
            <a:off x="1101000" y="2394150"/>
            <a:ext cx="28650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16"/>
          <p:cNvSpPr/>
          <p:nvPr/>
        </p:nvSpPr>
        <p:spPr>
          <a:xfrm rot="-1290050">
            <a:off x="8171798" y="3446550"/>
            <a:ext cx="985704" cy="1031603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0" name="Google Shape;520;p16"/>
          <p:cNvGrpSpPr/>
          <p:nvPr/>
        </p:nvGrpSpPr>
        <p:grpSpPr>
          <a:xfrm rot="208447">
            <a:off x="656905" y="4418534"/>
            <a:ext cx="637149" cy="544821"/>
            <a:chOff x="313225" y="3635825"/>
            <a:chExt cx="637125" cy="544800"/>
          </a:xfrm>
        </p:grpSpPr>
        <p:sp>
          <p:nvSpPr>
            <p:cNvPr id="521" name="Google Shape;521;p16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16"/>
          <p:cNvSpPr/>
          <p:nvPr/>
        </p:nvSpPr>
        <p:spPr>
          <a:xfrm flipH="1">
            <a:off x="7073" y="42781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4213774" y="3585098"/>
            <a:ext cx="8115924" cy="1559254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6"/>
          <p:cNvSpPr/>
          <p:nvPr/>
        </p:nvSpPr>
        <p:spPr>
          <a:xfrm rot="6300219">
            <a:off x="-526046" y="874513"/>
            <a:ext cx="985657" cy="1031554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16"/>
          <p:cNvGrpSpPr/>
          <p:nvPr/>
        </p:nvGrpSpPr>
        <p:grpSpPr>
          <a:xfrm flipH="1">
            <a:off x="8430763" y="2321663"/>
            <a:ext cx="1399975" cy="635600"/>
            <a:chOff x="3996175" y="2416275"/>
            <a:chExt cx="1399975" cy="635600"/>
          </a:xfrm>
        </p:grpSpPr>
        <p:sp>
          <p:nvSpPr>
            <p:cNvPr id="537" name="Google Shape;537;p16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3" name="Google Shape;543;p16"/>
          <p:cNvSpPr/>
          <p:nvPr/>
        </p:nvSpPr>
        <p:spPr>
          <a:xfrm>
            <a:off x="7633775" y="31392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6"/>
          <p:cNvSpPr/>
          <p:nvPr/>
        </p:nvSpPr>
        <p:spPr>
          <a:xfrm flipH="1">
            <a:off x="-1123925" y="366089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16"/>
          <p:cNvGrpSpPr/>
          <p:nvPr/>
        </p:nvGrpSpPr>
        <p:grpSpPr>
          <a:xfrm>
            <a:off x="3370513" y="313913"/>
            <a:ext cx="1399975" cy="635600"/>
            <a:chOff x="3996175" y="2416275"/>
            <a:chExt cx="1399975" cy="635600"/>
          </a:xfrm>
        </p:grpSpPr>
        <p:sp>
          <p:nvSpPr>
            <p:cNvPr id="546" name="Google Shape;546;p16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16"/>
          <p:cNvSpPr/>
          <p:nvPr/>
        </p:nvSpPr>
        <p:spPr>
          <a:xfrm>
            <a:off x="4160700" y="3866950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7"/>
          <p:cNvSpPr txBox="1"/>
          <p:nvPr>
            <p:ph type="title"/>
          </p:nvPr>
        </p:nvSpPr>
        <p:spPr>
          <a:xfrm>
            <a:off x="5284175" y="1421838"/>
            <a:ext cx="2630400" cy="11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5" name="Google Shape;555;p17"/>
          <p:cNvSpPr txBox="1"/>
          <p:nvPr>
            <p:ph idx="1" type="subTitle"/>
          </p:nvPr>
        </p:nvSpPr>
        <p:spPr>
          <a:xfrm>
            <a:off x="5284300" y="2522963"/>
            <a:ext cx="2630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17"/>
          <p:cNvSpPr/>
          <p:nvPr/>
        </p:nvSpPr>
        <p:spPr>
          <a:xfrm rot="-1670834">
            <a:off x="257736" y="3761114"/>
            <a:ext cx="985765" cy="103166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 flipH="1">
            <a:off x="-255294" y="3909526"/>
            <a:ext cx="6427170" cy="1234843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"/>
          <p:cNvSpPr/>
          <p:nvPr/>
        </p:nvSpPr>
        <p:spPr>
          <a:xfrm rot="-7744369">
            <a:off x="8333770" y="23644"/>
            <a:ext cx="985799" cy="1031703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9" name="Google Shape;559;p17"/>
          <p:cNvGrpSpPr/>
          <p:nvPr/>
        </p:nvGrpSpPr>
        <p:grpSpPr>
          <a:xfrm>
            <a:off x="-467937" y="711963"/>
            <a:ext cx="1399975" cy="635600"/>
            <a:chOff x="3996175" y="2416275"/>
            <a:chExt cx="1399975" cy="635600"/>
          </a:xfrm>
        </p:grpSpPr>
        <p:sp>
          <p:nvSpPr>
            <p:cNvPr id="560" name="Google Shape;560;p17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6" name="Google Shape;566;p17"/>
          <p:cNvGrpSpPr/>
          <p:nvPr/>
        </p:nvGrpSpPr>
        <p:grpSpPr>
          <a:xfrm flipH="1">
            <a:off x="8332038" y="3640538"/>
            <a:ext cx="1399975" cy="635600"/>
            <a:chOff x="3996175" y="2416275"/>
            <a:chExt cx="1399975" cy="635600"/>
          </a:xfrm>
        </p:grpSpPr>
        <p:sp>
          <p:nvSpPr>
            <p:cNvPr id="567" name="Google Shape;567;p17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3" name="Google Shape;573;p17"/>
          <p:cNvSpPr/>
          <p:nvPr/>
        </p:nvSpPr>
        <p:spPr>
          <a:xfrm flipH="1">
            <a:off x="8751200" y="3178124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7"/>
          <p:cNvSpPr/>
          <p:nvPr/>
        </p:nvSpPr>
        <p:spPr>
          <a:xfrm rot="-1670834">
            <a:off x="8574336" y="4543014"/>
            <a:ext cx="985765" cy="103166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8"/>
          <p:cNvSpPr txBox="1"/>
          <p:nvPr>
            <p:ph type="title"/>
          </p:nvPr>
        </p:nvSpPr>
        <p:spPr>
          <a:xfrm>
            <a:off x="1101000" y="1280050"/>
            <a:ext cx="2865000" cy="1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7" name="Google Shape;577;p18"/>
          <p:cNvSpPr txBox="1"/>
          <p:nvPr>
            <p:ph idx="1" type="subTitle"/>
          </p:nvPr>
        </p:nvSpPr>
        <p:spPr>
          <a:xfrm>
            <a:off x="1101000" y="2394150"/>
            <a:ext cx="28650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8" name="Google Shape;578;p18"/>
          <p:cNvSpPr/>
          <p:nvPr/>
        </p:nvSpPr>
        <p:spPr>
          <a:xfrm flipH="1">
            <a:off x="6805850" y="3149149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9" name="Google Shape;579;p18"/>
          <p:cNvGrpSpPr/>
          <p:nvPr/>
        </p:nvGrpSpPr>
        <p:grpSpPr>
          <a:xfrm rot="-3390609">
            <a:off x="2061226" y="4287917"/>
            <a:ext cx="637138" cy="544811"/>
            <a:chOff x="313225" y="3635825"/>
            <a:chExt cx="637125" cy="544800"/>
          </a:xfrm>
        </p:grpSpPr>
        <p:sp>
          <p:nvSpPr>
            <p:cNvPr id="580" name="Google Shape;580;p18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18"/>
          <p:cNvSpPr/>
          <p:nvPr/>
        </p:nvSpPr>
        <p:spPr>
          <a:xfrm>
            <a:off x="2475925" y="4035827"/>
            <a:ext cx="7540466" cy="1108501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8"/>
          <p:cNvSpPr/>
          <p:nvPr/>
        </p:nvSpPr>
        <p:spPr>
          <a:xfrm rot="366254">
            <a:off x="-469375" y="261759"/>
            <a:ext cx="985855" cy="1031762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18"/>
          <p:cNvGrpSpPr/>
          <p:nvPr/>
        </p:nvGrpSpPr>
        <p:grpSpPr>
          <a:xfrm>
            <a:off x="3368538" y="315088"/>
            <a:ext cx="1399975" cy="635600"/>
            <a:chOff x="3996175" y="2416275"/>
            <a:chExt cx="1399975" cy="635600"/>
          </a:xfrm>
        </p:grpSpPr>
        <p:sp>
          <p:nvSpPr>
            <p:cNvPr id="595" name="Google Shape;595;p18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18"/>
          <p:cNvSpPr/>
          <p:nvPr/>
        </p:nvSpPr>
        <p:spPr>
          <a:xfrm>
            <a:off x="8009725" y="21227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8"/>
          <p:cNvSpPr/>
          <p:nvPr/>
        </p:nvSpPr>
        <p:spPr>
          <a:xfrm rot="-1670834">
            <a:off x="7278511" y="3600514"/>
            <a:ext cx="985765" cy="103166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8"/>
          <p:cNvSpPr/>
          <p:nvPr/>
        </p:nvSpPr>
        <p:spPr>
          <a:xfrm rot="1761842">
            <a:off x="8403129" y="4245810"/>
            <a:ext cx="536944" cy="469339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9"/>
          <p:cNvSpPr txBox="1"/>
          <p:nvPr>
            <p:ph type="title"/>
          </p:nvPr>
        </p:nvSpPr>
        <p:spPr>
          <a:xfrm>
            <a:off x="720000" y="445025"/>
            <a:ext cx="548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6" name="Google Shape;606;p19"/>
          <p:cNvSpPr txBox="1"/>
          <p:nvPr>
            <p:ph idx="1" type="body"/>
          </p:nvPr>
        </p:nvSpPr>
        <p:spPr>
          <a:xfrm>
            <a:off x="720000" y="1139550"/>
            <a:ext cx="54891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0"/>
          <p:cNvSpPr txBox="1"/>
          <p:nvPr>
            <p:ph type="title"/>
          </p:nvPr>
        </p:nvSpPr>
        <p:spPr>
          <a:xfrm>
            <a:off x="2972975" y="445025"/>
            <a:ext cx="5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9" name="Google Shape;609;p20"/>
          <p:cNvSpPr txBox="1"/>
          <p:nvPr>
            <p:ph idx="1" type="body"/>
          </p:nvPr>
        </p:nvSpPr>
        <p:spPr>
          <a:xfrm>
            <a:off x="2972975" y="1368150"/>
            <a:ext cx="5451000" cy="28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10" name="Google Shape;610;p20"/>
          <p:cNvSpPr/>
          <p:nvPr/>
        </p:nvSpPr>
        <p:spPr>
          <a:xfrm>
            <a:off x="173114" y="3099280"/>
            <a:ext cx="985726" cy="1031626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1" name="Google Shape;611;p20"/>
          <p:cNvGrpSpPr/>
          <p:nvPr/>
        </p:nvGrpSpPr>
        <p:grpSpPr>
          <a:xfrm rot="-1003667">
            <a:off x="1722379" y="4057376"/>
            <a:ext cx="637070" cy="544753"/>
            <a:chOff x="313225" y="3635825"/>
            <a:chExt cx="637125" cy="544800"/>
          </a:xfrm>
        </p:grpSpPr>
        <p:sp>
          <p:nvSpPr>
            <p:cNvPr id="612" name="Google Shape;612;p20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20"/>
          <p:cNvSpPr/>
          <p:nvPr/>
        </p:nvSpPr>
        <p:spPr>
          <a:xfrm flipH="1">
            <a:off x="8073988" y="3814826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0"/>
          <p:cNvSpPr/>
          <p:nvPr/>
        </p:nvSpPr>
        <p:spPr>
          <a:xfrm>
            <a:off x="-6816" y="3411973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8021838" y="2497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7" name="Google Shape;627;p20"/>
          <p:cNvGrpSpPr/>
          <p:nvPr/>
        </p:nvGrpSpPr>
        <p:grpSpPr>
          <a:xfrm>
            <a:off x="769688" y="1715075"/>
            <a:ext cx="1399975" cy="635600"/>
            <a:chOff x="3996175" y="2416275"/>
            <a:chExt cx="1399975" cy="635600"/>
          </a:xfrm>
        </p:grpSpPr>
        <p:sp>
          <p:nvSpPr>
            <p:cNvPr id="628" name="Google Shape;628;p20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4" name="Google Shape;634;p20"/>
          <p:cNvSpPr/>
          <p:nvPr/>
        </p:nvSpPr>
        <p:spPr>
          <a:xfrm flipH="1">
            <a:off x="-1049186" y="43543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5" name="Google Shape;635;p20"/>
          <p:cNvGrpSpPr/>
          <p:nvPr/>
        </p:nvGrpSpPr>
        <p:grpSpPr>
          <a:xfrm flipH="1">
            <a:off x="-892647" y="387844"/>
            <a:ext cx="1936621" cy="874474"/>
            <a:chOff x="1168100" y="572050"/>
            <a:chExt cx="3546925" cy="1601600"/>
          </a:xfrm>
        </p:grpSpPr>
        <p:sp>
          <p:nvSpPr>
            <p:cNvPr id="636" name="Google Shape;636;p20"/>
            <p:cNvSpPr/>
            <p:nvPr/>
          </p:nvSpPr>
          <p:spPr>
            <a:xfrm>
              <a:off x="3452175" y="1488400"/>
              <a:ext cx="168475" cy="203475"/>
            </a:xfrm>
            <a:custGeom>
              <a:rect b="b" l="l" r="r" t="t"/>
              <a:pathLst>
                <a:path extrusionOk="0" h="8139" w="6739">
                  <a:moveTo>
                    <a:pt x="5431" y="1"/>
                  </a:moveTo>
                  <a:lnTo>
                    <a:pt x="0" y="3034"/>
                  </a:lnTo>
                  <a:cubicBezTo>
                    <a:pt x="1998" y="5087"/>
                    <a:pt x="4269" y="6885"/>
                    <a:pt x="6739" y="8138"/>
                  </a:cubicBezTo>
                  <a:cubicBezTo>
                    <a:pt x="5921" y="6031"/>
                    <a:pt x="5576" y="3634"/>
                    <a:pt x="5467" y="1363"/>
                  </a:cubicBezTo>
                  <a:cubicBezTo>
                    <a:pt x="5449" y="891"/>
                    <a:pt x="5431" y="437"/>
                    <a:pt x="5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1303400" y="1378525"/>
              <a:ext cx="2986125" cy="395075"/>
            </a:xfrm>
            <a:custGeom>
              <a:rect b="b" l="l" r="r" t="t"/>
              <a:pathLst>
                <a:path extrusionOk="0" h="15803" w="119445">
                  <a:moveTo>
                    <a:pt x="102262" y="273"/>
                  </a:moveTo>
                  <a:cubicBezTo>
                    <a:pt x="84698" y="1072"/>
                    <a:pt x="65735" y="8464"/>
                    <a:pt x="65735" y="8464"/>
                  </a:cubicBezTo>
                  <a:cubicBezTo>
                    <a:pt x="62829" y="8592"/>
                    <a:pt x="59777" y="6430"/>
                    <a:pt x="56671" y="6575"/>
                  </a:cubicBezTo>
                  <a:cubicBezTo>
                    <a:pt x="50369" y="7266"/>
                    <a:pt x="44102" y="8101"/>
                    <a:pt x="37890" y="8392"/>
                  </a:cubicBezTo>
                  <a:cubicBezTo>
                    <a:pt x="20762" y="9173"/>
                    <a:pt x="12189" y="2252"/>
                    <a:pt x="5541" y="2561"/>
                  </a:cubicBezTo>
                  <a:cubicBezTo>
                    <a:pt x="3797" y="2652"/>
                    <a:pt x="2090" y="3106"/>
                    <a:pt x="382" y="3524"/>
                  </a:cubicBezTo>
                  <a:cubicBezTo>
                    <a:pt x="1581" y="4305"/>
                    <a:pt x="2834" y="4977"/>
                    <a:pt x="4088" y="5558"/>
                  </a:cubicBezTo>
                  <a:cubicBezTo>
                    <a:pt x="2689" y="6267"/>
                    <a:pt x="1272" y="6957"/>
                    <a:pt x="128" y="8010"/>
                  </a:cubicBezTo>
                  <a:cubicBezTo>
                    <a:pt x="1" y="8137"/>
                    <a:pt x="37" y="8374"/>
                    <a:pt x="201" y="8446"/>
                  </a:cubicBezTo>
                  <a:cubicBezTo>
                    <a:pt x="14841" y="14767"/>
                    <a:pt x="38417" y="15803"/>
                    <a:pt x="53402" y="15112"/>
                  </a:cubicBezTo>
                  <a:cubicBezTo>
                    <a:pt x="62665" y="14676"/>
                    <a:pt x="74599" y="13205"/>
                    <a:pt x="74726" y="13169"/>
                  </a:cubicBezTo>
                  <a:cubicBezTo>
                    <a:pt x="86441" y="10281"/>
                    <a:pt x="103043" y="5576"/>
                    <a:pt x="119445" y="3197"/>
                  </a:cubicBezTo>
                  <a:cubicBezTo>
                    <a:pt x="119390" y="2616"/>
                    <a:pt x="119336" y="2016"/>
                    <a:pt x="119281" y="1417"/>
                  </a:cubicBezTo>
                  <a:cubicBezTo>
                    <a:pt x="113723" y="327"/>
                    <a:pt x="108002" y="0"/>
                    <a:pt x="102262" y="2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1168100" y="572050"/>
              <a:ext cx="3546925" cy="1601600"/>
            </a:xfrm>
            <a:custGeom>
              <a:rect b="b" l="l" r="r" t="t"/>
              <a:pathLst>
                <a:path extrusionOk="0" h="64064" w="141877">
                  <a:moveTo>
                    <a:pt x="141876" y="10554"/>
                  </a:moveTo>
                  <a:cubicBezTo>
                    <a:pt x="135864" y="17274"/>
                    <a:pt x="129016" y="23014"/>
                    <a:pt x="122695" y="29444"/>
                  </a:cubicBezTo>
                  <a:cubicBezTo>
                    <a:pt x="118118" y="28935"/>
                    <a:pt x="113886" y="28172"/>
                    <a:pt x="109872" y="27264"/>
                  </a:cubicBezTo>
                  <a:cubicBezTo>
                    <a:pt x="109963" y="25938"/>
                    <a:pt x="110144" y="24649"/>
                    <a:pt x="110526" y="23395"/>
                  </a:cubicBezTo>
                  <a:cubicBezTo>
                    <a:pt x="108709" y="24013"/>
                    <a:pt x="106966" y="24921"/>
                    <a:pt x="105458" y="26193"/>
                  </a:cubicBezTo>
                  <a:cubicBezTo>
                    <a:pt x="94215" y="23286"/>
                    <a:pt x="84334" y="19472"/>
                    <a:pt x="72691" y="17311"/>
                  </a:cubicBezTo>
                  <a:cubicBezTo>
                    <a:pt x="71819" y="15095"/>
                    <a:pt x="71310" y="12733"/>
                    <a:pt x="71201" y="10318"/>
                  </a:cubicBezTo>
                  <a:cubicBezTo>
                    <a:pt x="70983" y="5359"/>
                    <a:pt x="72673" y="1199"/>
                    <a:pt x="72673" y="1199"/>
                  </a:cubicBezTo>
                  <a:cubicBezTo>
                    <a:pt x="72618" y="219"/>
                    <a:pt x="71456" y="1"/>
                    <a:pt x="70856" y="37"/>
                  </a:cubicBezTo>
                  <a:cubicBezTo>
                    <a:pt x="66315" y="237"/>
                    <a:pt x="61393" y="11589"/>
                    <a:pt x="53183" y="15658"/>
                  </a:cubicBezTo>
                  <a:cubicBezTo>
                    <a:pt x="52039" y="15676"/>
                    <a:pt x="50876" y="15712"/>
                    <a:pt x="49696" y="15767"/>
                  </a:cubicBezTo>
                  <a:cubicBezTo>
                    <a:pt x="32713" y="16530"/>
                    <a:pt x="15802" y="21343"/>
                    <a:pt x="690" y="29371"/>
                  </a:cubicBezTo>
                  <a:cubicBezTo>
                    <a:pt x="145" y="29662"/>
                    <a:pt x="0" y="30443"/>
                    <a:pt x="400" y="30951"/>
                  </a:cubicBezTo>
                  <a:cubicBezTo>
                    <a:pt x="1907" y="32859"/>
                    <a:pt x="3778" y="34475"/>
                    <a:pt x="5776" y="35783"/>
                  </a:cubicBezTo>
                  <a:cubicBezTo>
                    <a:pt x="7502" y="35365"/>
                    <a:pt x="9209" y="34893"/>
                    <a:pt x="10935" y="34820"/>
                  </a:cubicBezTo>
                  <a:cubicBezTo>
                    <a:pt x="17274" y="34530"/>
                    <a:pt x="25356" y="40778"/>
                    <a:pt x="40923" y="40705"/>
                  </a:cubicBezTo>
                  <a:cubicBezTo>
                    <a:pt x="46917" y="50350"/>
                    <a:pt x="54872" y="58560"/>
                    <a:pt x="63845" y="64064"/>
                  </a:cubicBezTo>
                  <a:cubicBezTo>
                    <a:pt x="60521" y="56253"/>
                    <a:pt x="56889" y="48279"/>
                    <a:pt x="55999" y="39525"/>
                  </a:cubicBezTo>
                  <a:cubicBezTo>
                    <a:pt x="58015" y="39289"/>
                    <a:pt x="60049" y="39052"/>
                    <a:pt x="62083" y="38834"/>
                  </a:cubicBezTo>
                  <a:cubicBezTo>
                    <a:pt x="65189" y="38689"/>
                    <a:pt x="68223" y="40851"/>
                    <a:pt x="71147" y="40723"/>
                  </a:cubicBezTo>
                  <a:cubicBezTo>
                    <a:pt x="71147" y="40723"/>
                    <a:pt x="90110" y="33331"/>
                    <a:pt x="107656" y="32532"/>
                  </a:cubicBezTo>
                  <a:cubicBezTo>
                    <a:pt x="108146" y="32495"/>
                    <a:pt x="108655" y="32495"/>
                    <a:pt x="109145" y="32477"/>
                  </a:cubicBezTo>
                  <a:lnTo>
                    <a:pt x="109581" y="32750"/>
                  </a:lnTo>
                  <a:cubicBezTo>
                    <a:pt x="109581" y="32659"/>
                    <a:pt x="109599" y="32550"/>
                    <a:pt x="109599" y="32459"/>
                  </a:cubicBezTo>
                  <a:cubicBezTo>
                    <a:pt x="113341" y="32386"/>
                    <a:pt x="117065" y="32550"/>
                    <a:pt x="120734" y="33040"/>
                  </a:cubicBezTo>
                  <a:lnTo>
                    <a:pt x="120570" y="33531"/>
                  </a:lnTo>
                  <a:cubicBezTo>
                    <a:pt x="124203" y="45482"/>
                    <a:pt x="132104" y="51785"/>
                    <a:pt x="135337" y="53674"/>
                  </a:cubicBezTo>
                  <a:cubicBezTo>
                    <a:pt x="134229" y="49460"/>
                    <a:pt x="133285" y="45137"/>
                    <a:pt x="133103" y="40814"/>
                  </a:cubicBezTo>
                  <a:cubicBezTo>
                    <a:pt x="132449" y="26756"/>
                    <a:pt x="140786" y="21543"/>
                    <a:pt x="141876" y="105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2025400" y="1181450"/>
              <a:ext cx="33650" cy="323775"/>
            </a:xfrm>
            <a:custGeom>
              <a:rect b="b" l="l" r="r" t="t"/>
              <a:pathLst>
                <a:path extrusionOk="0" h="12951" w="1346">
                  <a:moveTo>
                    <a:pt x="528" y="0"/>
                  </a:moveTo>
                  <a:lnTo>
                    <a:pt x="528" y="37"/>
                  </a:lnTo>
                  <a:cubicBezTo>
                    <a:pt x="528" y="37"/>
                    <a:pt x="455" y="3161"/>
                    <a:pt x="528" y="4686"/>
                  </a:cubicBezTo>
                  <a:cubicBezTo>
                    <a:pt x="637" y="7338"/>
                    <a:pt x="946" y="10444"/>
                    <a:pt x="1345" y="12951"/>
                  </a:cubicBezTo>
                  <a:cubicBezTo>
                    <a:pt x="673" y="10608"/>
                    <a:pt x="201" y="8083"/>
                    <a:pt x="92" y="5576"/>
                  </a:cubicBezTo>
                  <a:cubicBezTo>
                    <a:pt x="1" y="3669"/>
                    <a:pt x="128" y="1780"/>
                    <a:pt x="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2066275" y="1194600"/>
              <a:ext cx="33625" cy="324250"/>
            </a:xfrm>
            <a:custGeom>
              <a:rect b="b" l="l" r="r" t="t"/>
              <a:pathLst>
                <a:path extrusionOk="0" h="12970" w="1345">
                  <a:moveTo>
                    <a:pt x="509" y="19"/>
                  </a:moveTo>
                  <a:lnTo>
                    <a:pt x="509" y="37"/>
                  </a:lnTo>
                  <a:cubicBezTo>
                    <a:pt x="509" y="37"/>
                    <a:pt x="437" y="3161"/>
                    <a:pt x="509" y="4687"/>
                  </a:cubicBezTo>
                  <a:cubicBezTo>
                    <a:pt x="636" y="7339"/>
                    <a:pt x="945" y="10445"/>
                    <a:pt x="1345" y="12970"/>
                  </a:cubicBezTo>
                  <a:cubicBezTo>
                    <a:pt x="673" y="10627"/>
                    <a:pt x="201" y="8084"/>
                    <a:pt x="73" y="5577"/>
                  </a:cubicBezTo>
                  <a:cubicBezTo>
                    <a:pt x="1" y="3670"/>
                    <a:pt x="110" y="1781"/>
                    <a:pt x="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2106250" y="1193250"/>
              <a:ext cx="33625" cy="323800"/>
            </a:xfrm>
            <a:custGeom>
              <a:rect b="b" l="l" r="r" t="t"/>
              <a:pathLst>
                <a:path extrusionOk="0" h="12952" w="1345">
                  <a:moveTo>
                    <a:pt x="509" y="0"/>
                  </a:moveTo>
                  <a:lnTo>
                    <a:pt x="509" y="19"/>
                  </a:lnTo>
                  <a:cubicBezTo>
                    <a:pt x="509" y="19"/>
                    <a:pt x="436" y="3143"/>
                    <a:pt x="509" y="4669"/>
                  </a:cubicBezTo>
                  <a:cubicBezTo>
                    <a:pt x="636" y="7320"/>
                    <a:pt x="945" y="10426"/>
                    <a:pt x="1344" y="12951"/>
                  </a:cubicBezTo>
                  <a:cubicBezTo>
                    <a:pt x="672" y="10608"/>
                    <a:pt x="200" y="8065"/>
                    <a:pt x="73" y="5559"/>
                  </a:cubicBezTo>
                  <a:cubicBezTo>
                    <a:pt x="0" y="3651"/>
                    <a:pt x="109" y="1762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2146200" y="1201425"/>
              <a:ext cx="33625" cy="323800"/>
            </a:xfrm>
            <a:custGeom>
              <a:rect b="b" l="l" r="r" t="t"/>
              <a:pathLst>
                <a:path extrusionOk="0" h="12952" w="1345">
                  <a:moveTo>
                    <a:pt x="527" y="0"/>
                  </a:moveTo>
                  <a:lnTo>
                    <a:pt x="527" y="37"/>
                  </a:lnTo>
                  <a:cubicBezTo>
                    <a:pt x="527" y="37"/>
                    <a:pt x="455" y="3143"/>
                    <a:pt x="527" y="4687"/>
                  </a:cubicBezTo>
                  <a:cubicBezTo>
                    <a:pt x="636" y="7320"/>
                    <a:pt x="945" y="10444"/>
                    <a:pt x="1345" y="12951"/>
                  </a:cubicBezTo>
                  <a:cubicBezTo>
                    <a:pt x="673" y="10608"/>
                    <a:pt x="200" y="8083"/>
                    <a:pt x="91" y="5577"/>
                  </a:cubicBezTo>
                  <a:cubicBezTo>
                    <a:pt x="1" y="3669"/>
                    <a:pt x="128" y="1780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2192975" y="1205975"/>
              <a:ext cx="33625" cy="323775"/>
            </a:xfrm>
            <a:custGeom>
              <a:rect b="b" l="l" r="r" t="t"/>
              <a:pathLst>
                <a:path extrusionOk="0" h="12951" w="1345">
                  <a:moveTo>
                    <a:pt x="527" y="0"/>
                  </a:moveTo>
                  <a:lnTo>
                    <a:pt x="527" y="36"/>
                  </a:lnTo>
                  <a:cubicBezTo>
                    <a:pt x="527" y="36"/>
                    <a:pt x="454" y="3161"/>
                    <a:pt x="527" y="4686"/>
                  </a:cubicBezTo>
                  <a:cubicBezTo>
                    <a:pt x="636" y="7338"/>
                    <a:pt x="945" y="10444"/>
                    <a:pt x="1344" y="12951"/>
                  </a:cubicBezTo>
                  <a:cubicBezTo>
                    <a:pt x="672" y="10608"/>
                    <a:pt x="200" y="8083"/>
                    <a:pt x="91" y="5576"/>
                  </a:cubicBezTo>
                  <a:cubicBezTo>
                    <a:pt x="0" y="3669"/>
                    <a:pt x="128" y="1780"/>
                    <a:pt x="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1480675" y="1263600"/>
              <a:ext cx="46625" cy="45025"/>
            </a:xfrm>
            <a:custGeom>
              <a:rect b="b" l="l" r="r" t="t"/>
              <a:pathLst>
                <a:path extrusionOk="0" h="1801" w="1865">
                  <a:moveTo>
                    <a:pt x="928" y="0"/>
                  </a:moveTo>
                  <a:cubicBezTo>
                    <a:pt x="751" y="0"/>
                    <a:pt x="575" y="71"/>
                    <a:pt x="430" y="238"/>
                  </a:cubicBezTo>
                  <a:cubicBezTo>
                    <a:pt x="430" y="256"/>
                    <a:pt x="411" y="274"/>
                    <a:pt x="393" y="274"/>
                  </a:cubicBezTo>
                  <a:cubicBezTo>
                    <a:pt x="1" y="792"/>
                    <a:pt x="187" y="1801"/>
                    <a:pt x="883" y="1801"/>
                  </a:cubicBezTo>
                  <a:cubicBezTo>
                    <a:pt x="895" y="1801"/>
                    <a:pt x="908" y="1801"/>
                    <a:pt x="920" y="1800"/>
                  </a:cubicBezTo>
                  <a:cubicBezTo>
                    <a:pt x="1174" y="1800"/>
                    <a:pt x="1865" y="1564"/>
                    <a:pt x="1828" y="946"/>
                  </a:cubicBezTo>
                  <a:cubicBezTo>
                    <a:pt x="1815" y="441"/>
                    <a:pt x="1368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5" name="Google Shape;645;p20"/>
          <p:cNvSpPr/>
          <p:nvPr/>
        </p:nvSpPr>
        <p:spPr>
          <a:xfrm flipH="1">
            <a:off x="-1212112" y="2526712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6" name="Google Shape;646;p20"/>
          <p:cNvGrpSpPr/>
          <p:nvPr/>
        </p:nvGrpSpPr>
        <p:grpSpPr>
          <a:xfrm rot="-1003667">
            <a:off x="8859779" y="3653226"/>
            <a:ext cx="637070" cy="544753"/>
            <a:chOff x="313225" y="3635825"/>
            <a:chExt cx="637125" cy="544800"/>
          </a:xfrm>
        </p:grpSpPr>
        <p:sp>
          <p:nvSpPr>
            <p:cNvPr id="647" name="Google Shape;647;p20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9" name="Google Shape;659;p20"/>
          <p:cNvGrpSpPr/>
          <p:nvPr/>
        </p:nvGrpSpPr>
        <p:grpSpPr>
          <a:xfrm>
            <a:off x="5929063" y="4744550"/>
            <a:ext cx="1399975" cy="635600"/>
            <a:chOff x="3996175" y="2416275"/>
            <a:chExt cx="1399975" cy="635600"/>
          </a:xfrm>
        </p:grpSpPr>
        <p:sp>
          <p:nvSpPr>
            <p:cNvPr id="660" name="Google Shape;660;p20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8" name="Google Shape;668;p21"/>
          <p:cNvSpPr txBox="1"/>
          <p:nvPr>
            <p:ph idx="1" type="subTitle"/>
          </p:nvPr>
        </p:nvSpPr>
        <p:spPr>
          <a:xfrm>
            <a:off x="713225" y="3288500"/>
            <a:ext cx="3692100" cy="7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9" name="Google Shape;669;p21"/>
          <p:cNvSpPr txBox="1"/>
          <p:nvPr>
            <p:ph idx="2" type="subTitle"/>
          </p:nvPr>
        </p:nvSpPr>
        <p:spPr>
          <a:xfrm>
            <a:off x="713225" y="1850674"/>
            <a:ext cx="3692100" cy="7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21"/>
          <p:cNvSpPr txBox="1"/>
          <p:nvPr>
            <p:ph idx="3" type="subTitle"/>
          </p:nvPr>
        </p:nvSpPr>
        <p:spPr>
          <a:xfrm>
            <a:off x="713226" y="1363050"/>
            <a:ext cx="3692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671" name="Google Shape;671;p21"/>
          <p:cNvSpPr txBox="1"/>
          <p:nvPr>
            <p:ph idx="4" type="subTitle"/>
          </p:nvPr>
        </p:nvSpPr>
        <p:spPr>
          <a:xfrm>
            <a:off x="713234" y="2800881"/>
            <a:ext cx="3692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672" name="Google Shape;672;p21"/>
          <p:cNvSpPr/>
          <p:nvPr/>
        </p:nvSpPr>
        <p:spPr>
          <a:xfrm flipH="1" rot="-1202675">
            <a:off x="8011541" y="3206816"/>
            <a:ext cx="985545" cy="1031437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3" name="Google Shape;673;p21"/>
          <p:cNvGrpSpPr/>
          <p:nvPr/>
        </p:nvGrpSpPr>
        <p:grpSpPr>
          <a:xfrm flipH="1">
            <a:off x="6142966" y="4255397"/>
            <a:ext cx="637125" cy="544800"/>
            <a:chOff x="313225" y="3635825"/>
            <a:chExt cx="637125" cy="544800"/>
          </a:xfrm>
        </p:grpSpPr>
        <p:sp>
          <p:nvSpPr>
            <p:cNvPr id="674" name="Google Shape;674;p21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1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1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1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1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1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1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1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1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1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21"/>
          <p:cNvSpPr/>
          <p:nvPr/>
        </p:nvSpPr>
        <p:spPr>
          <a:xfrm>
            <a:off x="4068625" y="4280623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1"/>
          <p:cNvSpPr/>
          <p:nvPr/>
        </p:nvSpPr>
        <p:spPr>
          <a:xfrm flipH="1">
            <a:off x="7516766" y="38086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8" name="Google Shape;688;p21"/>
          <p:cNvGrpSpPr/>
          <p:nvPr/>
        </p:nvGrpSpPr>
        <p:grpSpPr>
          <a:xfrm flipH="1">
            <a:off x="-527575" y="4547913"/>
            <a:ext cx="1399975" cy="635600"/>
            <a:chOff x="3996175" y="2416275"/>
            <a:chExt cx="1399975" cy="635600"/>
          </a:xfrm>
        </p:grpSpPr>
        <p:sp>
          <p:nvSpPr>
            <p:cNvPr id="689" name="Google Shape;689;p21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1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1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1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1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1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21"/>
          <p:cNvSpPr/>
          <p:nvPr/>
        </p:nvSpPr>
        <p:spPr>
          <a:xfrm>
            <a:off x="8060288" y="2860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1"/>
          <p:cNvSpPr/>
          <p:nvPr/>
        </p:nvSpPr>
        <p:spPr>
          <a:xfrm rot="1410420">
            <a:off x="-470971" y="-159432"/>
            <a:ext cx="985620" cy="1031515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1"/>
          <p:cNvSpPr/>
          <p:nvPr/>
        </p:nvSpPr>
        <p:spPr>
          <a:xfrm>
            <a:off x="2464363" y="490298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1"/>
          <p:cNvSpPr/>
          <p:nvPr/>
        </p:nvSpPr>
        <p:spPr>
          <a:xfrm>
            <a:off x="7423075" y="4301025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1" name="Google Shape;701;p22"/>
          <p:cNvSpPr txBox="1"/>
          <p:nvPr>
            <p:ph idx="1" type="subTitle"/>
          </p:nvPr>
        </p:nvSpPr>
        <p:spPr>
          <a:xfrm>
            <a:off x="4814740" y="1473025"/>
            <a:ext cx="3163200" cy="27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p22"/>
          <p:cNvSpPr txBox="1"/>
          <p:nvPr>
            <p:ph idx="2" type="subTitle"/>
          </p:nvPr>
        </p:nvSpPr>
        <p:spPr>
          <a:xfrm>
            <a:off x="1166050" y="1473025"/>
            <a:ext cx="3163200" cy="27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3" name="Google Shape;703;p22"/>
          <p:cNvGrpSpPr/>
          <p:nvPr/>
        </p:nvGrpSpPr>
        <p:grpSpPr>
          <a:xfrm rot="1403787">
            <a:off x="497468" y="4204729"/>
            <a:ext cx="637139" cy="544812"/>
            <a:chOff x="313225" y="3635825"/>
            <a:chExt cx="637125" cy="544800"/>
          </a:xfrm>
        </p:grpSpPr>
        <p:sp>
          <p:nvSpPr>
            <p:cNvPr id="704" name="Google Shape;704;p22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6" name="Google Shape;716;p22"/>
          <p:cNvGrpSpPr/>
          <p:nvPr/>
        </p:nvGrpSpPr>
        <p:grpSpPr>
          <a:xfrm rot="-917056">
            <a:off x="8534263" y="1246212"/>
            <a:ext cx="637105" cy="544783"/>
            <a:chOff x="313225" y="3635825"/>
            <a:chExt cx="637125" cy="544800"/>
          </a:xfrm>
        </p:grpSpPr>
        <p:sp>
          <p:nvSpPr>
            <p:cNvPr id="717" name="Google Shape;717;p22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9" name="Google Shape;729;p22"/>
          <p:cNvSpPr/>
          <p:nvPr/>
        </p:nvSpPr>
        <p:spPr>
          <a:xfrm rot="-252871">
            <a:off x="-274506" y="3178648"/>
            <a:ext cx="985661" cy="103155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2"/>
          <p:cNvSpPr/>
          <p:nvPr/>
        </p:nvSpPr>
        <p:spPr>
          <a:xfrm flipH="1" rot="-5400000">
            <a:off x="6867259" y="3023311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2"/>
          <p:cNvSpPr/>
          <p:nvPr/>
        </p:nvSpPr>
        <p:spPr>
          <a:xfrm flipH="1">
            <a:off x="7854975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2"/>
          <p:cNvSpPr/>
          <p:nvPr/>
        </p:nvSpPr>
        <p:spPr>
          <a:xfrm>
            <a:off x="8062900" y="1786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2"/>
          <p:cNvSpPr/>
          <p:nvPr/>
        </p:nvSpPr>
        <p:spPr>
          <a:xfrm>
            <a:off x="2070100" y="48485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22"/>
          <p:cNvGrpSpPr/>
          <p:nvPr/>
        </p:nvGrpSpPr>
        <p:grpSpPr>
          <a:xfrm>
            <a:off x="-233937" y="-190587"/>
            <a:ext cx="1399975" cy="635600"/>
            <a:chOff x="3996175" y="2416275"/>
            <a:chExt cx="1399975" cy="635600"/>
          </a:xfrm>
        </p:grpSpPr>
        <p:sp>
          <p:nvSpPr>
            <p:cNvPr id="735" name="Google Shape;735;p22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2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2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1" name="Google Shape;741;p22"/>
          <p:cNvSpPr/>
          <p:nvPr/>
        </p:nvSpPr>
        <p:spPr>
          <a:xfrm>
            <a:off x="-595300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4" name="Google Shape;744;p23"/>
          <p:cNvSpPr txBox="1"/>
          <p:nvPr>
            <p:ph idx="1" type="subTitle"/>
          </p:nvPr>
        </p:nvSpPr>
        <p:spPr>
          <a:xfrm>
            <a:off x="937626" y="25235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5" name="Google Shape;745;p23"/>
          <p:cNvSpPr txBox="1"/>
          <p:nvPr>
            <p:ph idx="2" type="subTitle"/>
          </p:nvPr>
        </p:nvSpPr>
        <p:spPr>
          <a:xfrm>
            <a:off x="3484347" y="25235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p23"/>
          <p:cNvSpPr txBox="1"/>
          <p:nvPr>
            <p:ph idx="3" type="subTitle"/>
          </p:nvPr>
        </p:nvSpPr>
        <p:spPr>
          <a:xfrm>
            <a:off x="6031074" y="2523528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23"/>
          <p:cNvSpPr txBox="1"/>
          <p:nvPr>
            <p:ph idx="4" type="subTitle"/>
          </p:nvPr>
        </p:nvSpPr>
        <p:spPr>
          <a:xfrm>
            <a:off x="937625" y="206895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748" name="Google Shape;748;p23"/>
          <p:cNvSpPr txBox="1"/>
          <p:nvPr>
            <p:ph idx="5" type="subTitle"/>
          </p:nvPr>
        </p:nvSpPr>
        <p:spPr>
          <a:xfrm>
            <a:off x="3484350" y="206895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749" name="Google Shape;749;p23"/>
          <p:cNvSpPr txBox="1"/>
          <p:nvPr>
            <p:ph idx="6" type="subTitle"/>
          </p:nvPr>
        </p:nvSpPr>
        <p:spPr>
          <a:xfrm>
            <a:off x="6031075" y="2068951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750" name="Google Shape;750;p23"/>
          <p:cNvSpPr/>
          <p:nvPr/>
        </p:nvSpPr>
        <p:spPr>
          <a:xfrm>
            <a:off x="479975" y="431204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1" name="Google Shape;751;p23"/>
          <p:cNvGrpSpPr/>
          <p:nvPr/>
        </p:nvGrpSpPr>
        <p:grpSpPr>
          <a:xfrm rot="1169587">
            <a:off x="-146533" y="3652749"/>
            <a:ext cx="637137" cy="544811"/>
            <a:chOff x="313225" y="3635825"/>
            <a:chExt cx="637125" cy="544800"/>
          </a:xfrm>
        </p:grpSpPr>
        <p:sp>
          <p:nvSpPr>
            <p:cNvPr id="752" name="Google Shape;752;p23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3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3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3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3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4" name="Google Shape;764;p23"/>
          <p:cNvGrpSpPr/>
          <p:nvPr/>
        </p:nvGrpSpPr>
        <p:grpSpPr>
          <a:xfrm rot="-256012">
            <a:off x="6480881" y="4036262"/>
            <a:ext cx="637107" cy="544785"/>
            <a:chOff x="313225" y="3635825"/>
            <a:chExt cx="637125" cy="544800"/>
          </a:xfrm>
        </p:grpSpPr>
        <p:sp>
          <p:nvSpPr>
            <p:cNvPr id="765" name="Google Shape;765;p23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3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3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3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7" name="Google Shape;777;p23"/>
          <p:cNvSpPr/>
          <p:nvPr/>
        </p:nvSpPr>
        <p:spPr>
          <a:xfrm>
            <a:off x="5557326" y="43726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3"/>
          <p:cNvSpPr/>
          <p:nvPr/>
        </p:nvSpPr>
        <p:spPr>
          <a:xfrm>
            <a:off x="-290500" y="38095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3"/>
          <p:cNvSpPr/>
          <p:nvPr/>
        </p:nvSpPr>
        <p:spPr>
          <a:xfrm rot="-5400000">
            <a:off x="7562083" y="3247564"/>
            <a:ext cx="1747178" cy="2046394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3"/>
          <p:cNvSpPr/>
          <p:nvPr/>
        </p:nvSpPr>
        <p:spPr>
          <a:xfrm rot="-2338027">
            <a:off x="4585097" y="4289552"/>
            <a:ext cx="985731" cy="1031631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3"/>
          <p:cNvSpPr/>
          <p:nvPr/>
        </p:nvSpPr>
        <p:spPr>
          <a:xfrm rot="-9460092">
            <a:off x="8236016" y="-401996"/>
            <a:ext cx="985766" cy="103166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3"/>
          <p:cNvSpPr/>
          <p:nvPr/>
        </p:nvSpPr>
        <p:spPr>
          <a:xfrm>
            <a:off x="8424000" y="1674524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3"/>
          <p:cNvSpPr/>
          <p:nvPr/>
        </p:nvSpPr>
        <p:spPr>
          <a:xfrm flipH="1">
            <a:off x="-401400" y="17487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4" name="Google Shape;784;p23"/>
          <p:cNvGrpSpPr/>
          <p:nvPr/>
        </p:nvGrpSpPr>
        <p:grpSpPr>
          <a:xfrm>
            <a:off x="-442912" y="1225525"/>
            <a:ext cx="1399975" cy="635600"/>
            <a:chOff x="3996175" y="2416275"/>
            <a:chExt cx="1399975" cy="635600"/>
          </a:xfrm>
        </p:grpSpPr>
        <p:sp>
          <p:nvSpPr>
            <p:cNvPr id="785" name="Google Shape;785;p2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_AND_TWO_COLUMNS_1_2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3" name="Google Shape;793;p24"/>
          <p:cNvSpPr txBox="1"/>
          <p:nvPr>
            <p:ph idx="1" type="subTitle"/>
          </p:nvPr>
        </p:nvSpPr>
        <p:spPr>
          <a:xfrm>
            <a:off x="3491400" y="3669500"/>
            <a:ext cx="21612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4" name="Google Shape;794;p24"/>
          <p:cNvSpPr txBox="1"/>
          <p:nvPr>
            <p:ph idx="2" type="subTitle"/>
          </p:nvPr>
        </p:nvSpPr>
        <p:spPr>
          <a:xfrm>
            <a:off x="838177" y="3669500"/>
            <a:ext cx="21612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5" name="Google Shape;795;p24"/>
          <p:cNvSpPr txBox="1"/>
          <p:nvPr>
            <p:ph idx="3" type="subTitle"/>
          </p:nvPr>
        </p:nvSpPr>
        <p:spPr>
          <a:xfrm>
            <a:off x="838174" y="3181875"/>
            <a:ext cx="2161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796" name="Google Shape;796;p24"/>
          <p:cNvSpPr txBox="1"/>
          <p:nvPr>
            <p:ph idx="4" type="subTitle"/>
          </p:nvPr>
        </p:nvSpPr>
        <p:spPr>
          <a:xfrm>
            <a:off x="3491401" y="3181875"/>
            <a:ext cx="2161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797" name="Google Shape;797;p24"/>
          <p:cNvSpPr txBox="1"/>
          <p:nvPr>
            <p:ph idx="5" type="subTitle"/>
          </p:nvPr>
        </p:nvSpPr>
        <p:spPr>
          <a:xfrm>
            <a:off x="6144625" y="3669500"/>
            <a:ext cx="2161200" cy="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8" name="Google Shape;798;p24"/>
          <p:cNvSpPr txBox="1"/>
          <p:nvPr>
            <p:ph idx="6" type="subTitle"/>
          </p:nvPr>
        </p:nvSpPr>
        <p:spPr>
          <a:xfrm>
            <a:off x="6144627" y="3181875"/>
            <a:ext cx="2161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grpSp>
        <p:nvGrpSpPr>
          <p:cNvPr id="799" name="Google Shape;799;p24"/>
          <p:cNvGrpSpPr/>
          <p:nvPr/>
        </p:nvGrpSpPr>
        <p:grpSpPr>
          <a:xfrm rot="881114">
            <a:off x="58644" y="4135911"/>
            <a:ext cx="637103" cy="544781"/>
            <a:chOff x="313225" y="3635825"/>
            <a:chExt cx="637125" cy="544800"/>
          </a:xfrm>
        </p:grpSpPr>
        <p:sp>
          <p:nvSpPr>
            <p:cNvPr id="800" name="Google Shape;800;p24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24"/>
          <p:cNvGrpSpPr/>
          <p:nvPr/>
        </p:nvGrpSpPr>
        <p:grpSpPr>
          <a:xfrm rot="-131707">
            <a:off x="6633632" y="4692195"/>
            <a:ext cx="637083" cy="544764"/>
            <a:chOff x="313225" y="3635825"/>
            <a:chExt cx="637125" cy="544800"/>
          </a:xfrm>
        </p:grpSpPr>
        <p:sp>
          <p:nvSpPr>
            <p:cNvPr id="813" name="Google Shape;813;p24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5" name="Google Shape;825;p24"/>
          <p:cNvSpPr/>
          <p:nvPr/>
        </p:nvSpPr>
        <p:spPr>
          <a:xfrm flipH="1">
            <a:off x="8029213" y="38086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4"/>
          <p:cNvSpPr/>
          <p:nvPr/>
        </p:nvSpPr>
        <p:spPr>
          <a:xfrm rot="5523812">
            <a:off x="-394712" y="-159453"/>
            <a:ext cx="985637" cy="1031533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7" name="Google Shape;827;p24"/>
          <p:cNvGrpSpPr/>
          <p:nvPr/>
        </p:nvGrpSpPr>
        <p:grpSpPr>
          <a:xfrm flipH="1">
            <a:off x="8506963" y="152400"/>
            <a:ext cx="1399975" cy="635600"/>
            <a:chOff x="3996175" y="2416275"/>
            <a:chExt cx="1399975" cy="635600"/>
          </a:xfrm>
        </p:grpSpPr>
        <p:sp>
          <p:nvSpPr>
            <p:cNvPr id="828" name="Google Shape;828;p24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4" name="Google Shape;834;p24"/>
          <p:cNvSpPr/>
          <p:nvPr/>
        </p:nvSpPr>
        <p:spPr>
          <a:xfrm>
            <a:off x="6414588" y="1203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4"/>
          <p:cNvSpPr/>
          <p:nvPr/>
        </p:nvSpPr>
        <p:spPr>
          <a:xfrm>
            <a:off x="-1322362" y="1803637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4"/>
          <p:cNvSpPr/>
          <p:nvPr/>
        </p:nvSpPr>
        <p:spPr>
          <a:xfrm>
            <a:off x="-76188" y="4192498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4"/>
          <p:cNvSpPr/>
          <p:nvPr/>
        </p:nvSpPr>
        <p:spPr>
          <a:xfrm>
            <a:off x="8475450" y="3742913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0" name="Google Shape;840;p25"/>
          <p:cNvSpPr txBox="1"/>
          <p:nvPr>
            <p:ph idx="1" type="subTitle"/>
          </p:nvPr>
        </p:nvSpPr>
        <p:spPr>
          <a:xfrm>
            <a:off x="1441561" y="1976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1" name="Google Shape;841;p25"/>
          <p:cNvSpPr txBox="1"/>
          <p:nvPr>
            <p:ph idx="2" type="subTitle"/>
          </p:nvPr>
        </p:nvSpPr>
        <p:spPr>
          <a:xfrm>
            <a:off x="5724239" y="1976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p25"/>
          <p:cNvSpPr txBox="1"/>
          <p:nvPr>
            <p:ph idx="3" type="subTitle"/>
          </p:nvPr>
        </p:nvSpPr>
        <p:spPr>
          <a:xfrm>
            <a:off x="1441561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25"/>
          <p:cNvSpPr txBox="1"/>
          <p:nvPr>
            <p:ph idx="4" type="subTitle"/>
          </p:nvPr>
        </p:nvSpPr>
        <p:spPr>
          <a:xfrm>
            <a:off x="5724239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25"/>
          <p:cNvSpPr txBox="1"/>
          <p:nvPr>
            <p:ph idx="5" type="subTitle"/>
          </p:nvPr>
        </p:nvSpPr>
        <p:spPr>
          <a:xfrm>
            <a:off x="1441561" y="16925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845" name="Google Shape;845;p25"/>
          <p:cNvSpPr txBox="1"/>
          <p:nvPr>
            <p:ph idx="6" type="subTitle"/>
          </p:nvPr>
        </p:nvSpPr>
        <p:spPr>
          <a:xfrm>
            <a:off x="1441561" y="31260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846" name="Google Shape;846;p25"/>
          <p:cNvSpPr txBox="1"/>
          <p:nvPr>
            <p:ph idx="7" type="subTitle"/>
          </p:nvPr>
        </p:nvSpPr>
        <p:spPr>
          <a:xfrm>
            <a:off x="5724236" y="16925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847" name="Google Shape;847;p25"/>
          <p:cNvSpPr txBox="1"/>
          <p:nvPr>
            <p:ph idx="8" type="subTitle"/>
          </p:nvPr>
        </p:nvSpPr>
        <p:spPr>
          <a:xfrm>
            <a:off x="5724236" y="31260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grpSp>
        <p:nvGrpSpPr>
          <p:cNvPr id="848" name="Google Shape;848;p25"/>
          <p:cNvGrpSpPr/>
          <p:nvPr/>
        </p:nvGrpSpPr>
        <p:grpSpPr>
          <a:xfrm rot="-609221">
            <a:off x="7313577" y="4529277"/>
            <a:ext cx="637165" cy="544834"/>
            <a:chOff x="313225" y="3635825"/>
            <a:chExt cx="637125" cy="544800"/>
          </a:xfrm>
        </p:grpSpPr>
        <p:sp>
          <p:nvSpPr>
            <p:cNvPr id="849" name="Google Shape;849;p25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5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5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5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5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5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5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1" name="Google Shape;861;p25"/>
          <p:cNvSpPr/>
          <p:nvPr/>
        </p:nvSpPr>
        <p:spPr>
          <a:xfrm rot="278333">
            <a:off x="-160619" y="2987313"/>
            <a:ext cx="985678" cy="1031577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5"/>
          <p:cNvSpPr/>
          <p:nvPr/>
        </p:nvSpPr>
        <p:spPr>
          <a:xfrm rot="5400000">
            <a:off x="-1909028" y="14484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5"/>
          <p:cNvSpPr/>
          <p:nvPr/>
        </p:nvSpPr>
        <p:spPr>
          <a:xfrm>
            <a:off x="-142588" y="3418890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5"/>
          <p:cNvSpPr/>
          <p:nvPr/>
        </p:nvSpPr>
        <p:spPr>
          <a:xfrm flipH="1">
            <a:off x="5499322" y="45595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5"/>
          <p:cNvSpPr/>
          <p:nvPr/>
        </p:nvSpPr>
        <p:spPr>
          <a:xfrm flipH="1">
            <a:off x="7596675" y="15514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6" name="Google Shape;866;p25"/>
          <p:cNvGrpSpPr/>
          <p:nvPr/>
        </p:nvGrpSpPr>
        <p:grpSpPr>
          <a:xfrm flipH="1">
            <a:off x="8381688" y="3582238"/>
            <a:ext cx="1399975" cy="635600"/>
            <a:chOff x="3996175" y="2416275"/>
            <a:chExt cx="1399975" cy="635600"/>
          </a:xfrm>
        </p:grpSpPr>
        <p:sp>
          <p:nvSpPr>
            <p:cNvPr id="867" name="Google Shape;867;p25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5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5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5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5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5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3" name="Google Shape;873;p25"/>
          <p:cNvGrpSpPr/>
          <p:nvPr/>
        </p:nvGrpSpPr>
        <p:grpSpPr>
          <a:xfrm>
            <a:off x="236413" y="-190587"/>
            <a:ext cx="1399975" cy="635600"/>
            <a:chOff x="3996175" y="2416275"/>
            <a:chExt cx="1399975" cy="635600"/>
          </a:xfrm>
        </p:grpSpPr>
        <p:sp>
          <p:nvSpPr>
            <p:cNvPr id="874" name="Google Shape;874;p25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5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5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5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5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5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0" name="Google Shape;880;p25"/>
          <p:cNvSpPr/>
          <p:nvPr/>
        </p:nvSpPr>
        <p:spPr>
          <a:xfrm flipH="1">
            <a:off x="1779025" y="476999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3" name="Google Shape;883;p26"/>
          <p:cNvSpPr txBox="1"/>
          <p:nvPr>
            <p:ph idx="1" type="subTitle"/>
          </p:nvPr>
        </p:nvSpPr>
        <p:spPr>
          <a:xfrm>
            <a:off x="989850" y="2094903"/>
            <a:ext cx="20463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4" name="Google Shape;884;p26"/>
          <p:cNvSpPr txBox="1"/>
          <p:nvPr>
            <p:ph idx="2" type="subTitle"/>
          </p:nvPr>
        </p:nvSpPr>
        <p:spPr>
          <a:xfrm>
            <a:off x="3548763" y="2094903"/>
            <a:ext cx="20463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5" name="Google Shape;885;p26"/>
          <p:cNvSpPr txBox="1"/>
          <p:nvPr>
            <p:ph idx="3" type="subTitle"/>
          </p:nvPr>
        </p:nvSpPr>
        <p:spPr>
          <a:xfrm>
            <a:off x="989850" y="3375875"/>
            <a:ext cx="20463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6" name="Google Shape;886;p26"/>
          <p:cNvSpPr txBox="1"/>
          <p:nvPr>
            <p:ph idx="4" type="subTitle"/>
          </p:nvPr>
        </p:nvSpPr>
        <p:spPr>
          <a:xfrm>
            <a:off x="3548763" y="3375875"/>
            <a:ext cx="20463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7" name="Google Shape;887;p26"/>
          <p:cNvSpPr txBox="1"/>
          <p:nvPr>
            <p:ph idx="5" type="subTitle"/>
          </p:nvPr>
        </p:nvSpPr>
        <p:spPr>
          <a:xfrm>
            <a:off x="6107676" y="2094903"/>
            <a:ext cx="20463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8" name="Google Shape;888;p26"/>
          <p:cNvSpPr txBox="1"/>
          <p:nvPr>
            <p:ph idx="6" type="subTitle"/>
          </p:nvPr>
        </p:nvSpPr>
        <p:spPr>
          <a:xfrm>
            <a:off x="6107676" y="3375875"/>
            <a:ext cx="20463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9" name="Google Shape;889;p26"/>
          <p:cNvSpPr txBox="1"/>
          <p:nvPr>
            <p:ph idx="7" type="subTitle"/>
          </p:nvPr>
        </p:nvSpPr>
        <p:spPr>
          <a:xfrm>
            <a:off x="988287" y="1833400"/>
            <a:ext cx="2049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890" name="Google Shape;890;p26"/>
          <p:cNvSpPr txBox="1"/>
          <p:nvPr>
            <p:ph idx="8" type="subTitle"/>
          </p:nvPr>
        </p:nvSpPr>
        <p:spPr>
          <a:xfrm>
            <a:off x="3547200" y="1833400"/>
            <a:ext cx="2049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891" name="Google Shape;891;p26"/>
          <p:cNvSpPr txBox="1"/>
          <p:nvPr>
            <p:ph idx="9" type="subTitle"/>
          </p:nvPr>
        </p:nvSpPr>
        <p:spPr>
          <a:xfrm>
            <a:off x="6106113" y="1833400"/>
            <a:ext cx="2049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892" name="Google Shape;892;p26"/>
          <p:cNvSpPr txBox="1"/>
          <p:nvPr>
            <p:ph idx="13" type="subTitle"/>
          </p:nvPr>
        </p:nvSpPr>
        <p:spPr>
          <a:xfrm>
            <a:off x="988287" y="3113247"/>
            <a:ext cx="2049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893" name="Google Shape;893;p26"/>
          <p:cNvSpPr txBox="1"/>
          <p:nvPr>
            <p:ph idx="14" type="subTitle"/>
          </p:nvPr>
        </p:nvSpPr>
        <p:spPr>
          <a:xfrm>
            <a:off x="3547200" y="3113247"/>
            <a:ext cx="2049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894" name="Google Shape;894;p26"/>
          <p:cNvSpPr txBox="1"/>
          <p:nvPr>
            <p:ph idx="15" type="subTitle"/>
          </p:nvPr>
        </p:nvSpPr>
        <p:spPr>
          <a:xfrm>
            <a:off x="6106113" y="3113247"/>
            <a:ext cx="2049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grpSp>
        <p:nvGrpSpPr>
          <p:cNvPr id="895" name="Google Shape;895;p26"/>
          <p:cNvGrpSpPr/>
          <p:nvPr/>
        </p:nvGrpSpPr>
        <p:grpSpPr>
          <a:xfrm rot="-1388395">
            <a:off x="8318094" y="3925532"/>
            <a:ext cx="637161" cy="544831"/>
            <a:chOff x="313225" y="3635825"/>
            <a:chExt cx="637125" cy="544800"/>
          </a:xfrm>
        </p:grpSpPr>
        <p:sp>
          <p:nvSpPr>
            <p:cNvPr id="896" name="Google Shape;896;p26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8" name="Google Shape;908;p26"/>
          <p:cNvSpPr/>
          <p:nvPr/>
        </p:nvSpPr>
        <p:spPr>
          <a:xfrm rot="-966141">
            <a:off x="-508449" y="3786298"/>
            <a:ext cx="985627" cy="1031523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6"/>
          <p:cNvSpPr/>
          <p:nvPr/>
        </p:nvSpPr>
        <p:spPr>
          <a:xfrm rot="-5400000">
            <a:off x="7992162" y="3738236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6"/>
          <p:cNvSpPr/>
          <p:nvPr/>
        </p:nvSpPr>
        <p:spPr>
          <a:xfrm>
            <a:off x="-763928" y="4504111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6"/>
          <p:cNvSpPr/>
          <p:nvPr/>
        </p:nvSpPr>
        <p:spPr>
          <a:xfrm rot="-8805182">
            <a:off x="8593309" y="2055992"/>
            <a:ext cx="985620" cy="1031516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6"/>
          <p:cNvSpPr/>
          <p:nvPr/>
        </p:nvSpPr>
        <p:spPr>
          <a:xfrm>
            <a:off x="-446050" y="19777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6"/>
          <p:cNvSpPr/>
          <p:nvPr/>
        </p:nvSpPr>
        <p:spPr>
          <a:xfrm>
            <a:off x="8629150" y="111057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4" name="Google Shape;914;p26"/>
          <p:cNvGrpSpPr/>
          <p:nvPr/>
        </p:nvGrpSpPr>
        <p:grpSpPr>
          <a:xfrm>
            <a:off x="-781787" y="1010138"/>
            <a:ext cx="1399975" cy="635600"/>
            <a:chOff x="3996175" y="2416275"/>
            <a:chExt cx="1399975" cy="635600"/>
          </a:xfrm>
        </p:grpSpPr>
        <p:sp>
          <p:nvSpPr>
            <p:cNvPr id="915" name="Google Shape;915;p26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1" name="Google Shape;921;p26"/>
          <p:cNvGrpSpPr/>
          <p:nvPr/>
        </p:nvGrpSpPr>
        <p:grpSpPr>
          <a:xfrm>
            <a:off x="5793113" y="4621688"/>
            <a:ext cx="1399975" cy="635600"/>
            <a:chOff x="3996175" y="2416275"/>
            <a:chExt cx="1399975" cy="635600"/>
          </a:xfrm>
        </p:grpSpPr>
        <p:sp>
          <p:nvSpPr>
            <p:cNvPr id="922" name="Google Shape;922;p26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7"/>
          <p:cNvSpPr txBox="1"/>
          <p:nvPr>
            <p:ph hasCustomPrompt="1" type="title"/>
          </p:nvPr>
        </p:nvSpPr>
        <p:spPr>
          <a:xfrm>
            <a:off x="3637725" y="67022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0" name="Google Shape;930;p27"/>
          <p:cNvSpPr txBox="1"/>
          <p:nvPr>
            <p:ph idx="1" type="subTitle"/>
          </p:nvPr>
        </p:nvSpPr>
        <p:spPr>
          <a:xfrm>
            <a:off x="3637725" y="1428226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31" name="Google Shape;931;p27"/>
          <p:cNvSpPr txBox="1"/>
          <p:nvPr>
            <p:ph hasCustomPrompt="1" idx="2" type="title"/>
          </p:nvPr>
        </p:nvSpPr>
        <p:spPr>
          <a:xfrm>
            <a:off x="3637725" y="1967931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2" name="Google Shape;932;p27"/>
          <p:cNvSpPr txBox="1"/>
          <p:nvPr>
            <p:ph idx="3" type="subTitle"/>
          </p:nvPr>
        </p:nvSpPr>
        <p:spPr>
          <a:xfrm>
            <a:off x="3637725" y="2728503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33" name="Google Shape;933;p27"/>
          <p:cNvSpPr txBox="1"/>
          <p:nvPr>
            <p:ph hasCustomPrompt="1" idx="4" type="title"/>
          </p:nvPr>
        </p:nvSpPr>
        <p:spPr>
          <a:xfrm>
            <a:off x="3637725" y="326563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4" name="Google Shape;934;p27"/>
          <p:cNvSpPr txBox="1"/>
          <p:nvPr>
            <p:ph idx="5" type="subTitle"/>
          </p:nvPr>
        </p:nvSpPr>
        <p:spPr>
          <a:xfrm>
            <a:off x="3637725" y="4028781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35" name="Google Shape;935;p27"/>
          <p:cNvSpPr/>
          <p:nvPr/>
        </p:nvSpPr>
        <p:spPr>
          <a:xfrm>
            <a:off x="2566475" y="480394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6" name="Google Shape;936;p27"/>
          <p:cNvGrpSpPr/>
          <p:nvPr/>
        </p:nvGrpSpPr>
        <p:grpSpPr>
          <a:xfrm>
            <a:off x="13238" y="2813013"/>
            <a:ext cx="1399975" cy="635600"/>
            <a:chOff x="3996175" y="2416275"/>
            <a:chExt cx="1399975" cy="635600"/>
          </a:xfrm>
        </p:grpSpPr>
        <p:sp>
          <p:nvSpPr>
            <p:cNvPr id="937" name="Google Shape;937;p27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7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27"/>
          <p:cNvGrpSpPr/>
          <p:nvPr/>
        </p:nvGrpSpPr>
        <p:grpSpPr>
          <a:xfrm rot="2040855">
            <a:off x="1026875" y="4127557"/>
            <a:ext cx="637126" cy="544801"/>
            <a:chOff x="313225" y="3635825"/>
            <a:chExt cx="637125" cy="544800"/>
          </a:xfrm>
        </p:grpSpPr>
        <p:sp>
          <p:nvSpPr>
            <p:cNvPr id="944" name="Google Shape;944;p27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7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6" name="Google Shape;956;p27"/>
          <p:cNvSpPr/>
          <p:nvPr/>
        </p:nvSpPr>
        <p:spPr>
          <a:xfrm>
            <a:off x="-13228" y="38086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7"/>
          <p:cNvSpPr/>
          <p:nvPr/>
        </p:nvSpPr>
        <p:spPr>
          <a:xfrm rot="-3371202">
            <a:off x="8297161" y="4323588"/>
            <a:ext cx="985745" cy="1031646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7"/>
          <p:cNvSpPr/>
          <p:nvPr/>
        </p:nvSpPr>
        <p:spPr>
          <a:xfrm flipH="1">
            <a:off x="8148800" y="23037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9" name="Google Shape;959;p27"/>
          <p:cNvGrpSpPr/>
          <p:nvPr/>
        </p:nvGrpSpPr>
        <p:grpSpPr>
          <a:xfrm>
            <a:off x="2936888" y="-269362"/>
            <a:ext cx="1399975" cy="635600"/>
            <a:chOff x="3996175" y="2416275"/>
            <a:chExt cx="1399975" cy="635600"/>
          </a:xfrm>
        </p:grpSpPr>
        <p:sp>
          <p:nvSpPr>
            <p:cNvPr id="960" name="Google Shape;960;p27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7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6" name="Google Shape;966;p27"/>
          <p:cNvSpPr/>
          <p:nvPr/>
        </p:nvSpPr>
        <p:spPr>
          <a:xfrm rot="5400000">
            <a:off x="-1824927" y="1716561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8"/>
          <p:cNvSpPr txBox="1"/>
          <p:nvPr>
            <p:ph hasCustomPrompt="1" type="title"/>
          </p:nvPr>
        </p:nvSpPr>
        <p:spPr>
          <a:xfrm>
            <a:off x="1325650" y="3022373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9" name="Google Shape;969;p28"/>
          <p:cNvSpPr txBox="1"/>
          <p:nvPr>
            <p:ph idx="1" type="subTitle"/>
          </p:nvPr>
        </p:nvSpPr>
        <p:spPr>
          <a:xfrm>
            <a:off x="938500" y="38577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70" name="Google Shape;970;p28"/>
          <p:cNvSpPr txBox="1"/>
          <p:nvPr>
            <p:ph idx="2" type="subTitle"/>
          </p:nvPr>
        </p:nvSpPr>
        <p:spPr>
          <a:xfrm>
            <a:off x="938500" y="35019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971" name="Google Shape;971;p28"/>
          <p:cNvSpPr txBox="1"/>
          <p:nvPr>
            <p:ph hasCustomPrompt="1" idx="3" type="title"/>
          </p:nvPr>
        </p:nvSpPr>
        <p:spPr>
          <a:xfrm>
            <a:off x="3873100" y="3022373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2" name="Google Shape;972;p28"/>
          <p:cNvSpPr txBox="1"/>
          <p:nvPr>
            <p:ph idx="4" type="subTitle"/>
          </p:nvPr>
        </p:nvSpPr>
        <p:spPr>
          <a:xfrm>
            <a:off x="3485400" y="38577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73" name="Google Shape;973;p28"/>
          <p:cNvSpPr txBox="1"/>
          <p:nvPr>
            <p:ph idx="5" type="subTitle"/>
          </p:nvPr>
        </p:nvSpPr>
        <p:spPr>
          <a:xfrm>
            <a:off x="3485400" y="35019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974" name="Google Shape;974;p28"/>
          <p:cNvSpPr txBox="1"/>
          <p:nvPr>
            <p:ph hasCustomPrompt="1" idx="6" type="title"/>
          </p:nvPr>
        </p:nvSpPr>
        <p:spPr>
          <a:xfrm>
            <a:off x="6417675" y="3022373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5" name="Google Shape;975;p28"/>
          <p:cNvSpPr txBox="1"/>
          <p:nvPr>
            <p:ph idx="7" type="subTitle"/>
          </p:nvPr>
        </p:nvSpPr>
        <p:spPr>
          <a:xfrm>
            <a:off x="6032300" y="38577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76" name="Google Shape;976;p28"/>
          <p:cNvSpPr txBox="1"/>
          <p:nvPr>
            <p:ph idx="8" type="subTitle"/>
          </p:nvPr>
        </p:nvSpPr>
        <p:spPr>
          <a:xfrm>
            <a:off x="6032300" y="35019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977" name="Google Shape;977;p28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78" name="Google Shape;978;p28"/>
          <p:cNvGrpSpPr/>
          <p:nvPr/>
        </p:nvGrpSpPr>
        <p:grpSpPr>
          <a:xfrm rot="2700000">
            <a:off x="11489" y="3497778"/>
            <a:ext cx="637119" cy="544795"/>
            <a:chOff x="313225" y="3635825"/>
            <a:chExt cx="637125" cy="544800"/>
          </a:xfrm>
        </p:grpSpPr>
        <p:sp>
          <p:nvSpPr>
            <p:cNvPr id="979" name="Google Shape;979;p28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8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8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1" name="Google Shape;991;p28"/>
          <p:cNvSpPr/>
          <p:nvPr/>
        </p:nvSpPr>
        <p:spPr>
          <a:xfrm flipH="1">
            <a:off x="7990422" y="37899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8"/>
          <p:cNvSpPr/>
          <p:nvPr/>
        </p:nvSpPr>
        <p:spPr>
          <a:xfrm flipH="1" rot="5400000">
            <a:off x="-539228" y="3662426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3" name="Google Shape;993;p28"/>
          <p:cNvGrpSpPr/>
          <p:nvPr/>
        </p:nvGrpSpPr>
        <p:grpSpPr>
          <a:xfrm>
            <a:off x="-652062" y="616963"/>
            <a:ext cx="1399975" cy="635600"/>
            <a:chOff x="3996175" y="2416275"/>
            <a:chExt cx="1399975" cy="635600"/>
          </a:xfrm>
        </p:grpSpPr>
        <p:sp>
          <p:nvSpPr>
            <p:cNvPr id="994" name="Google Shape;994;p28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0" name="Google Shape;1000;p28"/>
          <p:cNvSpPr/>
          <p:nvPr/>
        </p:nvSpPr>
        <p:spPr>
          <a:xfrm>
            <a:off x="8572525" y="101772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8"/>
          <p:cNvSpPr/>
          <p:nvPr/>
        </p:nvSpPr>
        <p:spPr>
          <a:xfrm rot="-6687223">
            <a:off x="8439096" y="2925336"/>
            <a:ext cx="985776" cy="1031679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8"/>
          <p:cNvSpPr/>
          <p:nvPr/>
        </p:nvSpPr>
        <p:spPr>
          <a:xfrm>
            <a:off x="0" y="4893574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4" name="Google Shape;1004;p29"/>
          <p:cNvGrpSpPr/>
          <p:nvPr/>
        </p:nvGrpSpPr>
        <p:grpSpPr>
          <a:xfrm rot="1649564">
            <a:off x="89772" y="3880515"/>
            <a:ext cx="637075" cy="544757"/>
            <a:chOff x="313225" y="3635825"/>
            <a:chExt cx="637125" cy="544800"/>
          </a:xfrm>
        </p:grpSpPr>
        <p:sp>
          <p:nvSpPr>
            <p:cNvPr id="1005" name="Google Shape;1005;p29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9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9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9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9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9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9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9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9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9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7" name="Google Shape;101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8" name="Google Shape;1018;p29"/>
          <p:cNvSpPr/>
          <p:nvPr/>
        </p:nvSpPr>
        <p:spPr>
          <a:xfrm flipH="1">
            <a:off x="8159159" y="3835959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9"/>
          <p:cNvSpPr/>
          <p:nvPr/>
        </p:nvSpPr>
        <p:spPr>
          <a:xfrm flipH="1" rot="5400000">
            <a:off x="-64487" y="4099253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0" name="Google Shape;1020;p29"/>
          <p:cNvGrpSpPr/>
          <p:nvPr/>
        </p:nvGrpSpPr>
        <p:grpSpPr>
          <a:xfrm>
            <a:off x="-964425" y="1415813"/>
            <a:ext cx="1399975" cy="635600"/>
            <a:chOff x="3996175" y="2416275"/>
            <a:chExt cx="1399975" cy="635600"/>
          </a:xfrm>
        </p:grpSpPr>
        <p:sp>
          <p:nvSpPr>
            <p:cNvPr id="1021" name="Google Shape;1021;p29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9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9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9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9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7" name="Google Shape;1027;p29"/>
          <p:cNvSpPr/>
          <p:nvPr/>
        </p:nvSpPr>
        <p:spPr>
          <a:xfrm>
            <a:off x="0" y="2263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9"/>
          <p:cNvSpPr/>
          <p:nvPr/>
        </p:nvSpPr>
        <p:spPr>
          <a:xfrm>
            <a:off x="8844725" y="1734437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9"/>
          <p:cNvSpPr/>
          <p:nvPr/>
        </p:nvSpPr>
        <p:spPr>
          <a:xfrm flipH="1">
            <a:off x="8633246" y="3354067"/>
            <a:ext cx="985726" cy="1031626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oogle Shape;1031;p30"/>
          <p:cNvGrpSpPr/>
          <p:nvPr/>
        </p:nvGrpSpPr>
        <p:grpSpPr>
          <a:xfrm rot="-1525480">
            <a:off x="8483685" y="3844145"/>
            <a:ext cx="637089" cy="544770"/>
            <a:chOff x="313225" y="3635825"/>
            <a:chExt cx="637125" cy="544800"/>
          </a:xfrm>
        </p:grpSpPr>
        <p:sp>
          <p:nvSpPr>
            <p:cNvPr id="1032" name="Google Shape;1032;p30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0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0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0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0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0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0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0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0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0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0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0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30"/>
          <p:cNvSpPr/>
          <p:nvPr/>
        </p:nvSpPr>
        <p:spPr>
          <a:xfrm>
            <a:off x="-210666" y="3835959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6" name="Google Shape;1046;p30"/>
          <p:cNvSpPr/>
          <p:nvPr/>
        </p:nvSpPr>
        <p:spPr>
          <a:xfrm flipH="1">
            <a:off x="7910676" y="3872865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7" name="Google Shape;1047;p30"/>
          <p:cNvGrpSpPr/>
          <p:nvPr/>
        </p:nvGrpSpPr>
        <p:grpSpPr>
          <a:xfrm>
            <a:off x="5930100" y="4826563"/>
            <a:ext cx="1399975" cy="635600"/>
            <a:chOff x="3996175" y="2416275"/>
            <a:chExt cx="1399975" cy="635600"/>
          </a:xfrm>
        </p:grpSpPr>
        <p:sp>
          <p:nvSpPr>
            <p:cNvPr id="1048" name="Google Shape;1048;p30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0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0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0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0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0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4" name="Google Shape;1054;p30"/>
          <p:cNvSpPr/>
          <p:nvPr/>
        </p:nvSpPr>
        <p:spPr>
          <a:xfrm>
            <a:off x="-1270825" y="1979162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0"/>
          <p:cNvSpPr/>
          <p:nvPr/>
        </p:nvSpPr>
        <p:spPr>
          <a:xfrm>
            <a:off x="7508175" y="2263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0"/>
          <p:cNvSpPr/>
          <p:nvPr/>
        </p:nvSpPr>
        <p:spPr>
          <a:xfrm flipH="1" rot="9028612">
            <a:off x="-327202" y="3047256"/>
            <a:ext cx="985774" cy="1031677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1"/>
          <p:cNvSpPr/>
          <p:nvPr/>
        </p:nvSpPr>
        <p:spPr>
          <a:xfrm rot="1202675">
            <a:off x="146919" y="3206816"/>
            <a:ext cx="985545" cy="1031437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9" name="Google Shape;1059;p31"/>
          <p:cNvGrpSpPr/>
          <p:nvPr/>
        </p:nvGrpSpPr>
        <p:grpSpPr>
          <a:xfrm>
            <a:off x="2363913" y="4255397"/>
            <a:ext cx="637125" cy="544800"/>
            <a:chOff x="313225" y="3635825"/>
            <a:chExt cx="637125" cy="544800"/>
          </a:xfrm>
        </p:grpSpPr>
        <p:sp>
          <p:nvSpPr>
            <p:cNvPr id="1060" name="Google Shape;1060;p31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2" name="Google Shape;1072;p31"/>
          <p:cNvSpPr txBox="1"/>
          <p:nvPr>
            <p:ph type="title"/>
          </p:nvPr>
        </p:nvSpPr>
        <p:spPr>
          <a:xfrm>
            <a:off x="3612300" y="2185800"/>
            <a:ext cx="432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73" name="Google Shape;1073;p31"/>
          <p:cNvSpPr txBox="1"/>
          <p:nvPr>
            <p:ph hasCustomPrompt="1" idx="2" type="title"/>
          </p:nvPr>
        </p:nvSpPr>
        <p:spPr>
          <a:xfrm>
            <a:off x="6609300" y="1074825"/>
            <a:ext cx="1327800" cy="114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4" name="Google Shape;1074;p31"/>
          <p:cNvSpPr txBox="1"/>
          <p:nvPr>
            <p:ph idx="1" type="subTitle"/>
          </p:nvPr>
        </p:nvSpPr>
        <p:spPr>
          <a:xfrm>
            <a:off x="5473500" y="3014725"/>
            <a:ext cx="24636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5" name="Google Shape;1075;p31"/>
          <p:cNvSpPr/>
          <p:nvPr/>
        </p:nvSpPr>
        <p:spPr>
          <a:xfrm rot="-3413458">
            <a:off x="7667356" y="4013291"/>
            <a:ext cx="985591" cy="1031486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1"/>
          <p:cNvSpPr/>
          <p:nvPr/>
        </p:nvSpPr>
        <p:spPr>
          <a:xfrm flipH="1">
            <a:off x="952139" y="4280623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1"/>
          <p:cNvSpPr/>
          <p:nvPr/>
        </p:nvSpPr>
        <p:spPr>
          <a:xfrm>
            <a:off x="0" y="38086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1"/>
          <p:cNvSpPr/>
          <p:nvPr/>
        </p:nvSpPr>
        <p:spPr>
          <a:xfrm rot="-5400000">
            <a:off x="8358425" y="3535873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1"/>
          <p:cNvSpPr/>
          <p:nvPr/>
        </p:nvSpPr>
        <p:spPr>
          <a:xfrm>
            <a:off x="-104275" y="3842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0" name="Google Shape;1080;p31"/>
          <p:cNvGrpSpPr/>
          <p:nvPr/>
        </p:nvGrpSpPr>
        <p:grpSpPr>
          <a:xfrm flipH="1">
            <a:off x="4554238" y="221688"/>
            <a:ext cx="1399975" cy="635600"/>
            <a:chOff x="3996175" y="2416275"/>
            <a:chExt cx="1399975" cy="635600"/>
          </a:xfrm>
        </p:grpSpPr>
        <p:sp>
          <p:nvSpPr>
            <p:cNvPr id="1081" name="Google Shape;1081;p31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7" name="Google Shape;1087;p31"/>
          <p:cNvSpPr/>
          <p:nvPr/>
        </p:nvSpPr>
        <p:spPr>
          <a:xfrm>
            <a:off x="8549325" y="2941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9" name="Google Shape;1089;p32"/>
          <p:cNvGrpSpPr/>
          <p:nvPr/>
        </p:nvGrpSpPr>
        <p:grpSpPr>
          <a:xfrm>
            <a:off x="239413" y="3662422"/>
            <a:ext cx="637125" cy="544800"/>
            <a:chOff x="313225" y="3635825"/>
            <a:chExt cx="637125" cy="544800"/>
          </a:xfrm>
        </p:grpSpPr>
        <p:sp>
          <p:nvSpPr>
            <p:cNvPr id="1090" name="Google Shape;1090;p32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2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2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2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2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2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2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2" name="Google Shape;1102;p32"/>
          <p:cNvSpPr txBox="1"/>
          <p:nvPr>
            <p:ph type="title"/>
          </p:nvPr>
        </p:nvSpPr>
        <p:spPr>
          <a:xfrm>
            <a:off x="2409600" y="2185800"/>
            <a:ext cx="432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03" name="Google Shape;1103;p32"/>
          <p:cNvSpPr txBox="1"/>
          <p:nvPr>
            <p:ph hasCustomPrompt="1" idx="2" type="title"/>
          </p:nvPr>
        </p:nvSpPr>
        <p:spPr>
          <a:xfrm>
            <a:off x="3908100" y="1074825"/>
            <a:ext cx="1327800" cy="114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4" name="Google Shape;1104;p32"/>
          <p:cNvSpPr txBox="1"/>
          <p:nvPr>
            <p:ph idx="1" type="subTitle"/>
          </p:nvPr>
        </p:nvSpPr>
        <p:spPr>
          <a:xfrm>
            <a:off x="3340200" y="3014725"/>
            <a:ext cx="24636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05" name="Google Shape;1105;p32"/>
          <p:cNvGrpSpPr/>
          <p:nvPr/>
        </p:nvGrpSpPr>
        <p:grpSpPr>
          <a:xfrm rot="-1480266">
            <a:off x="8112522" y="3445277"/>
            <a:ext cx="637112" cy="544789"/>
            <a:chOff x="313225" y="3635825"/>
            <a:chExt cx="637125" cy="544800"/>
          </a:xfrm>
        </p:grpSpPr>
        <p:sp>
          <p:nvSpPr>
            <p:cNvPr id="1106" name="Google Shape;1106;p32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2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2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2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2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32"/>
          <p:cNvSpPr/>
          <p:nvPr/>
        </p:nvSpPr>
        <p:spPr>
          <a:xfrm rot="-2488892">
            <a:off x="6791513" y="3841139"/>
            <a:ext cx="985604" cy="1031499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32"/>
          <p:cNvSpPr/>
          <p:nvPr/>
        </p:nvSpPr>
        <p:spPr>
          <a:xfrm>
            <a:off x="3364326" y="4280623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2"/>
          <p:cNvSpPr/>
          <p:nvPr/>
        </p:nvSpPr>
        <p:spPr>
          <a:xfrm>
            <a:off x="0" y="3808601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2"/>
          <p:cNvSpPr/>
          <p:nvPr/>
        </p:nvSpPr>
        <p:spPr>
          <a:xfrm rot="-5400000">
            <a:off x="7539050" y="3535873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32"/>
          <p:cNvSpPr/>
          <p:nvPr/>
        </p:nvSpPr>
        <p:spPr>
          <a:xfrm>
            <a:off x="-663175" y="11538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3" name="Google Shape;1123;p32"/>
          <p:cNvGrpSpPr/>
          <p:nvPr/>
        </p:nvGrpSpPr>
        <p:grpSpPr>
          <a:xfrm>
            <a:off x="876538" y="-12"/>
            <a:ext cx="1399975" cy="635600"/>
            <a:chOff x="3996175" y="2416275"/>
            <a:chExt cx="1399975" cy="635600"/>
          </a:xfrm>
        </p:grpSpPr>
        <p:sp>
          <p:nvSpPr>
            <p:cNvPr id="1124" name="Google Shape;1124;p32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2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2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2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2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0" name="Google Shape;1130;p32"/>
          <p:cNvSpPr/>
          <p:nvPr/>
        </p:nvSpPr>
        <p:spPr>
          <a:xfrm>
            <a:off x="2478425" y="45589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2"/>
          <p:cNvSpPr/>
          <p:nvPr/>
        </p:nvSpPr>
        <p:spPr>
          <a:xfrm>
            <a:off x="7553075" y="21983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33"/>
          <p:cNvSpPr txBox="1"/>
          <p:nvPr>
            <p:ph type="title"/>
          </p:nvPr>
        </p:nvSpPr>
        <p:spPr>
          <a:xfrm>
            <a:off x="2347950" y="540000"/>
            <a:ext cx="4448100" cy="13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34" name="Google Shape;1134;p33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5" name="Google Shape;1135;p3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This presentation template was created by </a:t>
            </a:r>
            <a:r>
              <a:rPr b="1" lang="en" sz="1200">
                <a:solidFill>
                  <a:schemeClr val="hlink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endParaRPr b="1" sz="12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136" name="Google Shape;1136;p33"/>
          <p:cNvSpPr/>
          <p:nvPr/>
        </p:nvSpPr>
        <p:spPr>
          <a:xfrm rot="-1952556">
            <a:off x="8014187" y="3231262"/>
            <a:ext cx="985587" cy="1031481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7" name="Google Shape;1137;p33"/>
          <p:cNvGrpSpPr/>
          <p:nvPr/>
        </p:nvGrpSpPr>
        <p:grpSpPr>
          <a:xfrm rot="881114">
            <a:off x="76269" y="3332111"/>
            <a:ext cx="637103" cy="544781"/>
            <a:chOff x="313225" y="3635825"/>
            <a:chExt cx="637125" cy="544800"/>
          </a:xfrm>
        </p:grpSpPr>
        <p:sp>
          <p:nvSpPr>
            <p:cNvPr id="1138" name="Google Shape;1138;p33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0" name="Google Shape;1150;p33"/>
          <p:cNvSpPr/>
          <p:nvPr/>
        </p:nvSpPr>
        <p:spPr>
          <a:xfrm rot="1375162">
            <a:off x="-434361" y="1180755"/>
            <a:ext cx="985641" cy="103153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3"/>
          <p:cNvSpPr/>
          <p:nvPr/>
        </p:nvSpPr>
        <p:spPr>
          <a:xfrm flipH="1">
            <a:off x="7540588" y="3814826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33"/>
          <p:cNvSpPr/>
          <p:nvPr/>
        </p:nvSpPr>
        <p:spPr>
          <a:xfrm>
            <a:off x="-6816" y="3425198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33"/>
          <p:cNvSpPr/>
          <p:nvPr/>
        </p:nvSpPr>
        <p:spPr>
          <a:xfrm>
            <a:off x="8512675" y="12149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4" name="Google Shape;1154;p33"/>
          <p:cNvGrpSpPr/>
          <p:nvPr/>
        </p:nvGrpSpPr>
        <p:grpSpPr>
          <a:xfrm flipH="1">
            <a:off x="7331388" y="1858275"/>
            <a:ext cx="1399975" cy="635600"/>
            <a:chOff x="3996175" y="2416275"/>
            <a:chExt cx="1399975" cy="635600"/>
          </a:xfrm>
        </p:grpSpPr>
        <p:sp>
          <p:nvSpPr>
            <p:cNvPr id="1155" name="Google Shape;1155;p3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1" name="Google Shape;1161;p33"/>
          <p:cNvSpPr/>
          <p:nvPr/>
        </p:nvSpPr>
        <p:spPr>
          <a:xfrm>
            <a:off x="-152537" y="2497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2" name="Google Shape;1162;p33"/>
          <p:cNvGrpSpPr/>
          <p:nvPr/>
        </p:nvGrpSpPr>
        <p:grpSpPr>
          <a:xfrm>
            <a:off x="3534588" y="-295750"/>
            <a:ext cx="1399975" cy="635600"/>
            <a:chOff x="3996175" y="2416275"/>
            <a:chExt cx="1399975" cy="635600"/>
          </a:xfrm>
        </p:grpSpPr>
        <p:sp>
          <p:nvSpPr>
            <p:cNvPr id="1163" name="Google Shape;1163;p3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9" name="Google Shape;1169;p33"/>
          <p:cNvSpPr/>
          <p:nvPr/>
        </p:nvSpPr>
        <p:spPr>
          <a:xfrm>
            <a:off x="1213564" y="4729861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33"/>
          <p:cNvSpPr/>
          <p:nvPr/>
        </p:nvSpPr>
        <p:spPr>
          <a:xfrm flipH="1">
            <a:off x="839125" y="4049175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4"/>
          <p:cNvSpPr/>
          <p:nvPr/>
        </p:nvSpPr>
        <p:spPr>
          <a:xfrm rot="-954282">
            <a:off x="62307" y="4010322"/>
            <a:ext cx="985599" cy="1031494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4"/>
          <p:cNvSpPr/>
          <p:nvPr/>
        </p:nvSpPr>
        <p:spPr>
          <a:xfrm flipH="1">
            <a:off x="7680265" y="3425198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4"/>
          <p:cNvSpPr/>
          <p:nvPr/>
        </p:nvSpPr>
        <p:spPr>
          <a:xfrm flipH="1">
            <a:off x="-867791" y="45097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5" name="Google Shape;1175;p34"/>
          <p:cNvGrpSpPr/>
          <p:nvPr/>
        </p:nvGrpSpPr>
        <p:grpSpPr>
          <a:xfrm>
            <a:off x="8284363" y="3350222"/>
            <a:ext cx="637125" cy="544800"/>
            <a:chOff x="313225" y="3635825"/>
            <a:chExt cx="637125" cy="544800"/>
          </a:xfrm>
        </p:grpSpPr>
        <p:sp>
          <p:nvSpPr>
            <p:cNvPr id="1176" name="Google Shape;1176;p34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34"/>
          <p:cNvSpPr/>
          <p:nvPr/>
        </p:nvSpPr>
        <p:spPr>
          <a:xfrm>
            <a:off x="6152900" y="14843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9" name="Google Shape;1189;p34"/>
          <p:cNvGrpSpPr/>
          <p:nvPr/>
        </p:nvGrpSpPr>
        <p:grpSpPr>
          <a:xfrm flipH="1">
            <a:off x="8549313" y="1247463"/>
            <a:ext cx="1399975" cy="635600"/>
            <a:chOff x="3996175" y="2416275"/>
            <a:chExt cx="1399975" cy="635600"/>
          </a:xfrm>
        </p:grpSpPr>
        <p:sp>
          <p:nvSpPr>
            <p:cNvPr id="1190" name="Google Shape;1190;p34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6" name="Google Shape;1196;p34"/>
          <p:cNvSpPr/>
          <p:nvPr/>
        </p:nvSpPr>
        <p:spPr>
          <a:xfrm>
            <a:off x="-1385975" y="3260137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35"/>
          <p:cNvSpPr/>
          <p:nvPr/>
        </p:nvSpPr>
        <p:spPr>
          <a:xfrm flipH="1" rot="-5400000">
            <a:off x="6778643" y="156808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9" name="Google Shape;1199;p35"/>
          <p:cNvGrpSpPr/>
          <p:nvPr/>
        </p:nvGrpSpPr>
        <p:grpSpPr>
          <a:xfrm>
            <a:off x="8340863" y="3885372"/>
            <a:ext cx="637125" cy="544800"/>
            <a:chOff x="313225" y="3635825"/>
            <a:chExt cx="637125" cy="544800"/>
          </a:xfrm>
        </p:grpSpPr>
        <p:sp>
          <p:nvSpPr>
            <p:cNvPr id="1200" name="Google Shape;1200;p35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5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5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5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5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5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5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5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5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2" name="Google Shape;1212;p35"/>
          <p:cNvGrpSpPr/>
          <p:nvPr/>
        </p:nvGrpSpPr>
        <p:grpSpPr>
          <a:xfrm>
            <a:off x="76088" y="3870722"/>
            <a:ext cx="637125" cy="544800"/>
            <a:chOff x="313225" y="3635825"/>
            <a:chExt cx="637125" cy="544800"/>
          </a:xfrm>
        </p:grpSpPr>
        <p:sp>
          <p:nvSpPr>
            <p:cNvPr id="1213" name="Google Shape;1213;p35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5" name="Google Shape;1225;p35"/>
          <p:cNvSpPr/>
          <p:nvPr/>
        </p:nvSpPr>
        <p:spPr>
          <a:xfrm flipH="1">
            <a:off x="7617155" y="3988359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5"/>
          <p:cNvSpPr/>
          <p:nvPr/>
        </p:nvSpPr>
        <p:spPr>
          <a:xfrm>
            <a:off x="-25966" y="3949065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5"/>
          <p:cNvSpPr/>
          <p:nvPr/>
        </p:nvSpPr>
        <p:spPr>
          <a:xfrm rot="-2700000">
            <a:off x="6411269" y="4612914"/>
            <a:ext cx="985548" cy="1031440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35"/>
          <p:cNvSpPr/>
          <p:nvPr/>
        </p:nvSpPr>
        <p:spPr>
          <a:xfrm rot="6093410">
            <a:off x="-490884" y="-105679"/>
            <a:ext cx="985689" cy="103158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5"/>
          <p:cNvSpPr/>
          <p:nvPr/>
        </p:nvSpPr>
        <p:spPr>
          <a:xfrm>
            <a:off x="7076125" y="2230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35"/>
          <p:cNvSpPr/>
          <p:nvPr/>
        </p:nvSpPr>
        <p:spPr>
          <a:xfrm flipH="1">
            <a:off x="-1217975" y="1717762"/>
            <a:ext cx="1731534" cy="90088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1" name="Google Shape;1231;p35"/>
          <p:cNvGrpSpPr/>
          <p:nvPr/>
        </p:nvGrpSpPr>
        <p:grpSpPr>
          <a:xfrm>
            <a:off x="2838150" y="4603988"/>
            <a:ext cx="1399975" cy="635600"/>
            <a:chOff x="3996175" y="2416275"/>
            <a:chExt cx="1399975" cy="635600"/>
          </a:xfrm>
        </p:grpSpPr>
        <p:sp>
          <p:nvSpPr>
            <p:cNvPr id="1232" name="Google Shape;1232;p35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●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ata"/>
              <a:buChar char="○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ata"/>
              <a:buChar char="■"/>
              <a:defRPr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36"/>
          <p:cNvSpPr/>
          <p:nvPr/>
        </p:nvSpPr>
        <p:spPr>
          <a:xfrm>
            <a:off x="1112400" y="43967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36"/>
          <p:cNvSpPr txBox="1"/>
          <p:nvPr>
            <p:ph type="ctrTitle"/>
          </p:nvPr>
        </p:nvSpPr>
        <p:spPr>
          <a:xfrm>
            <a:off x="1396950" y="1660875"/>
            <a:ext cx="63501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CMP-262 Final Project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44" name="Google Shape;1244;p36"/>
          <p:cNvSpPr txBox="1"/>
          <p:nvPr>
            <p:ph idx="1" type="subTitle"/>
          </p:nvPr>
        </p:nvSpPr>
        <p:spPr>
          <a:xfrm>
            <a:off x="2307675" y="3311625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Moskal</a:t>
            </a:r>
            <a:endParaRPr/>
          </a:p>
        </p:txBody>
      </p:sp>
      <p:grpSp>
        <p:nvGrpSpPr>
          <p:cNvPr id="1245" name="Google Shape;1245;p36"/>
          <p:cNvGrpSpPr/>
          <p:nvPr/>
        </p:nvGrpSpPr>
        <p:grpSpPr>
          <a:xfrm>
            <a:off x="5558950" y="4209988"/>
            <a:ext cx="1399975" cy="635600"/>
            <a:chOff x="3996175" y="2416275"/>
            <a:chExt cx="1399975" cy="635600"/>
          </a:xfrm>
        </p:grpSpPr>
        <p:sp>
          <p:nvSpPr>
            <p:cNvPr id="1246" name="Google Shape;1246;p36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6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6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6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6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6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57" name="Google Shape;1257;p37"/>
          <p:cNvSpPr txBox="1"/>
          <p:nvPr>
            <p:ph idx="1" type="subTitle"/>
          </p:nvPr>
        </p:nvSpPr>
        <p:spPr>
          <a:xfrm>
            <a:off x="3917625" y="1296200"/>
            <a:ext cx="3756000" cy="34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New Jersey </a:t>
            </a:r>
            <a:r>
              <a:rPr lang="en"/>
              <a:t>fishermen have been catching less than ever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Large fishing vessels off of the coast are still pulling in massive amounts of fish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dwindling fish populations on the Jersey Shore due to local overfishing sparked curiosity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How do significant fishing effort statistics look when seeing them from a worldwide perspective, and what trends can I observe?</a:t>
            </a:r>
            <a:endParaRPr/>
          </a:p>
        </p:txBody>
      </p:sp>
      <p:pic>
        <p:nvPicPr>
          <p:cNvPr id="1258" name="Google Shape;1258;p37" title="istockphoto-1137760924-612x612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50" y="741013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Does My Research Help?</a:t>
            </a:r>
            <a:endParaRPr/>
          </a:p>
        </p:txBody>
      </p:sp>
      <p:sp>
        <p:nvSpPr>
          <p:cNvPr id="1264" name="Google Shape;1264;p38"/>
          <p:cNvSpPr txBox="1"/>
          <p:nvPr>
            <p:ph idx="1" type="subTitle"/>
          </p:nvPr>
        </p:nvSpPr>
        <p:spPr>
          <a:xfrm>
            <a:off x="937625" y="2160660"/>
            <a:ext cx="2175300" cy="16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 better look into how international fishing really scales, efforts can be initiated to curb possible harmful effects of the practice.</a:t>
            </a:r>
            <a:endParaRPr/>
          </a:p>
        </p:txBody>
      </p:sp>
      <p:sp>
        <p:nvSpPr>
          <p:cNvPr id="1265" name="Google Shape;1265;p38"/>
          <p:cNvSpPr txBox="1"/>
          <p:nvPr>
            <p:ph idx="2" type="subTitle"/>
          </p:nvPr>
        </p:nvSpPr>
        <p:spPr>
          <a:xfrm>
            <a:off x="3484350" y="1785859"/>
            <a:ext cx="2175300" cy="18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Everyday people can get a better insight into how fish are caught across the world, realize just how big the problem of overfishing is globally, and take </a:t>
            </a:r>
            <a:r>
              <a:rPr lang="en"/>
              <a:t>action</a:t>
            </a:r>
            <a:r>
              <a:rPr lang="en"/>
              <a:t>.</a:t>
            </a:r>
            <a:endParaRPr/>
          </a:p>
        </p:txBody>
      </p:sp>
      <p:sp>
        <p:nvSpPr>
          <p:cNvPr id="1266" name="Google Shape;1266;p38"/>
          <p:cNvSpPr txBox="1"/>
          <p:nvPr>
            <p:ph idx="3" type="subTitle"/>
          </p:nvPr>
        </p:nvSpPr>
        <p:spPr>
          <a:xfrm>
            <a:off x="6031074" y="181911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same as fishermen can realize the problem of mass overfishing, so can activists who can petition and protest against the continuation of harmful fishing practices.</a:t>
            </a:r>
            <a:endParaRPr/>
          </a:p>
        </p:txBody>
      </p:sp>
      <p:sp>
        <p:nvSpPr>
          <p:cNvPr id="1267" name="Google Shape;1267;p38"/>
          <p:cNvSpPr txBox="1"/>
          <p:nvPr>
            <p:ph idx="4" type="subTitle"/>
          </p:nvPr>
        </p:nvSpPr>
        <p:spPr>
          <a:xfrm>
            <a:off x="937625" y="1706088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Conservation Societies</a:t>
            </a:r>
            <a:endParaRPr/>
          </a:p>
        </p:txBody>
      </p:sp>
      <p:sp>
        <p:nvSpPr>
          <p:cNvPr id="1268" name="Google Shape;1268;p38"/>
          <p:cNvSpPr txBox="1"/>
          <p:nvPr>
            <p:ph idx="5" type="subTitle"/>
          </p:nvPr>
        </p:nvSpPr>
        <p:spPr>
          <a:xfrm>
            <a:off x="3484350" y="1347238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Fishermen</a:t>
            </a:r>
            <a:endParaRPr/>
          </a:p>
        </p:txBody>
      </p:sp>
      <p:sp>
        <p:nvSpPr>
          <p:cNvPr id="1269" name="Google Shape;1269;p38"/>
          <p:cNvSpPr txBox="1"/>
          <p:nvPr>
            <p:ph idx="6" type="subTitle"/>
          </p:nvPr>
        </p:nvSpPr>
        <p:spPr>
          <a:xfrm>
            <a:off x="6031075" y="1347238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Activists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39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Selection / Methodology</a:t>
            </a:r>
            <a:endParaRPr/>
          </a:p>
        </p:txBody>
      </p:sp>
      <p:sp>
        <p:nvSpPr>
          <p:cNvPr id="1275" name="Google Shape;1275;p39"/>
          <p:cNvSpPr txBox="1"/>
          <p:nvPr>
            <p:ph idx="1" type="subTitle"/>
          </p:nvPr>
        </p:nvSpPr>
        <p:spPr>
          <a:xfrm>
            <a:off x="720000" y="1279675"/>
            <a:ext cx="4294800" cy="3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CSV dataset selected from organization Global Fishing Watch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700,000+ vessel data entries analyzed via experts and machine learning algorithms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Was able to work with individual vessel data like tonnage, flag, </a:t>
            </a:r>
            <a:r>
              <a:rPr lang="en"/>
              <a:t>vessel type, and length.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Tools used included Python Jupyter Notebooks with packages such as Numpy, Pandas, and MatPlotLib</a:t>
            </a:r>
            <a:endParaRPr/>
          </a:p>
        </p:txBody>
      </p:sp>
      <p:grpSp>
        <p:nvGrpSpPr>
          <p:cNvPr id="1276" name="Google Shape;1276;p39"/>
          <p:cNvGrpSpPr/>
          <p:nvPr/>
        </p:nvGrpSpPr>
        <p:grpSpPr>
          <a:xfrm>
            <a:off x="6494369" y="1329461"/>
            <a:ext cx="1209129" cy="1315529"/>
            <a:chOff x="4449500" y="2056400"/>
            <a:chExt cx="2948375" cy="3207825"/>
          </a:xfrm>
        </p:grpSpPr>
        <p:sp>
          <p:nvSpPr>
            <p:cNvPr id="1277" name="Google Shape;1277;p39"/>
            <p:cNvSpPr/>
            <p:nvPr/>
          </p:nvSpPr>
          <p:spPr>
            <a:xfrm>
              <a:off x="5743150" y="4415250"/>
              <a:ext cx="799400" cy="848975"/>
            </a:xfrm>
            <a:custGeom>
              <a:rect b="b" l="l" r="r" t="t"/>
              <a:pathLst>
                <a:path extrusionOk="0" h="33959" w="31976">
                  <a:moveTo>
                    <a:pt x="31975" y="1"/>
                  </a:moveTo>
                  <a:cubicBezTo>
                    <a:pt x="31975" y="1"/>
                    <a:pt x="18332" y="2719"/>
                    <a:pt x="14336" y="6049"/>
                  </a:cubicBezTo>
                  <a:cubicBezTo>
                    <a:pt x="10339" y="9353"/>
                    <a:pt x="4370" y="14576"/>
                    <a:pt x="2185" y="18866"/>
                  </a:cubicBezTo>
                  <a:cubicBezTo>
                    <a:pt x="0" y="23182"/>
                    <a:pt x="5969" y="31789"/>
                    <a:pt x="9140" y="33361"/>
                  </a:cubicBezTo>
                  <a:cubicBezTo>
                    <a:pt x="9881" y="33735"/>
                    <a:pt x="10759" y="33959"/>
                    <a:pt x="11735" y="33959"/>
                  </a:cubicBezTo>
                  <a:cubicBezTo>
                    <a:pt x="14933" y="33959"/>
                    <a:pt x="19194" y="31558"/>
                    <a:pt x="23235" y="24168"/>
                  </a:cubicBezTo>
                  <a:cubicBezTo>
                    <a:pt x="28538" y="14496"/>
                    <a:pt x="31975" y="1"/>
                    <a:pt x="31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9"/>
            <p:cNvSpPr/>
            <p:nvPr/>
          </p:nvSpPr>
          <p:spPr>
            <a:xfrm>
              <a:off x="4653325" y="2508750"/>
              <a:ext cx="820725" cy="1342975"/>
            </a:xfrm>
            <a:custGeom>
              <a:rect b="b" l="l" r="r" t="t"/>
              <a:pathLst>
                <a:path extrusionOk="0" h="53719" w="32829">
                  <a:moveTo>
                    <a:pt x="28885" y="0"/>
                  </a:moveTo>
                  <a:lnTo>
                    <a:pt x="28885" y="0"/>
                  </a:lnTo>
                  <a:cubicBezTo>
                    <a:pt x="32349" y="4557"/>
                    <a:pt x="28059" y="7914"/>
                    <a:pt x="23422" y="10446"/>
                  </a:cubicBezTo>
                  <a:cubicBezTo>
                    <a:pt x="18120" y="13297"/>
                    <a:pt x="12684" y="13616"/>
                    <a:pt x="6342" y="25074"/>
                  </a:cubicBezTo>
                  <a:cubicBezTo>
                    <a:pt x="1" y="36558"/>
                    <a:pt x="4077" y="43806"/>
                    <a:pt x="5889" y="46364"/>
                  </a:cubicBezTo>
                  <a:cubicBezTo>
                    <a:pt x="7269" y="48317"/>
                    <a:pt x="8802" y="51287"/>
                    <a:pt x="8498" y="53560"/>
                  </a:cubicBezTo>
                  <a:lnTo>
                    <a:pt x="8498" y="53560"/>
                  </a:lnTo>
                  <a:cubicBezTo>
                    <a:pt x="12552" y="27446"/>
                    <a:pt x="32615" y="20973"/>
                    <a:pt x="32775" y="9087"/>
                  </a:cubicBezTo>
                  <a:cubicBezTo>
                    <a:pt x="32828" y="5090"/>
                    <a:pt x="31150" y="2132"/>
                    <a:pt x="28885" y="0"/>
                  </a:cubicBezTo>
                  <a:close/>
                  <a:moveTo>
                    <a:pt x="8498" y="53560"/>
                  </a:moveTo>
                  <a:lnTo>
                    <a:pt x="8498" y="53560"/>
                  </a:lnTo>
                  <a:cubicBezTo>
                    <a:pt x="8490" y="53613"/>
                    <a:pt x="8482" y="53666"/>
                    <a:pt x="8474" y="53718"/>
                  </a:cubicBezTo>
                  <a:cubicBezTo>
                    <a:pt x="8483" y="53666"/>
                    <a:pt x="8491" y="53613"/>
                    <a:pt x="8498" y="53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9"/>
            <p:cNvSpPr/>
            <p:nvPr/>
          </p:nvSpPr>
          <p:spPr>
            <a:xfrm>
              <a:off x="4552075" y="2056400"/>
              <a:ext cx="2845800" cy="3062200"/>
            </a:xfrm>
            <a:custGeom>
              <a:rect b="b" l="l" r="r" t="t"/>
              <a:pathLst>
                <a:path extrusionOk="0" h="122488" w="113832">
                  <a:moveTo>
                    <a:pt x="3378" y="0"/>
                  </a:moveTo>
                  <a:cubicBezTo>
                    <a:pt x="3352" y="0"/>
                    <a:pt x="3328" y="1"/>
                    <a:pt x="3305" y="2"/>
                  </a:cubicBezTo>
                  <a:cubicBezTo>
                    <a:pt x="0" y="162"/>
                    <a:pt x="24595" y="10554"/>
                    <a:pt x="31096" y="16149"/>
                  </a:cubicBezTo>
                  <a:cubicBezTo>
                    <a:pt x="31869" y="16815"/>
                    <a:pt x="32482" y="17482"/>
                    <a:pt x="32961" y="18094"/>
                  </a:cubicBezTo>
                  <a:cubicBezTo>
                    <a:pt x="35200" y="20253"/>
                    <a:pt x="36878" y="23184"/>
                    <a:pt x="36825" y="27181"/>
                  </a:cubicBezTo>
                  <a:cubicBezTo>
                    <a:pt x="36665" y="39091"/>
                    <a:pt x="16521" y="45566"/>
                    <a:pt x="12524" y="71812"/>
                  </a:cubicBezTo>
                  <a:cubicBezTo>
                    <a:pt x="12391" y="72452"/>
                    <a:pt x="12124" y="73038"/>
                    <a:pt x="11618" y="73518"/>
                  </a:cubicBezTo>
                  <a:cubicBezTo>
                    <a:pt x="11334" y="73776"/>
                    <a:pt x="11000" y="73884"/>
                    <a:pt x="10665" y="73890"/>
                  </a:cubicBezTo>
                  <a:lnTo>
                    <a:pt x="10665" y="73890"/>
                  </a:lnTo>
                  <a:cubicBezTo>
                    <a:pt x="10663" y="73882"/>
                    <a:pt x="10661" y="73873"/>
                    <a:pt x="10659" y="73864"/>
                  </a:cubicBezTo>
                  <a:lnTo>
                    <a:pt x="10632" y="73891"/>
                  </a:lnTo>
                  <a:cubicBezTo>
                    <a:pt x="10643" y="73891"/>
                    <a:pt x="10654" y="73891"/>
                    <a:pt x="10665" y="73890"/>
                  </a:cubicBezTo>
                  <a:lnTo>
                    <a:pt x="10665" y="73890"/>
                  </a:lnTo>
                  <a:cubicBezTo>
                    <a:pt x="11411" y="77231"/>
                    <a:pt x="12655" y="84144"/>
                    <a:pt x="11991" y="92116"/>
                  </a:cubicBezTo>
                  <a:cubicBezTo>
                    <a:pt x="12349" y="91793"/>
                    <a:pt x="12671" y="91640"/>
                    <a:pt x="12966" y="91640"/>
                  </a:cubicBezTo>
                  <a:cubicBezTo>
                    <a:pt x="14273" y="91640"/>
                    <a:pt x="15028" y="94654"/>
                    <a:pt x="15855" y="99178"/>
                  </a:cubicBezTo>
                  <a:cubicBezTo>
                    <a:pt x="17001" y="105493"/>
                    <a:pt x="12817" y="117989"/>
                    <a:pt x="12417" y="121267"/>
                  </a:cubicBezTo>
                  <a:cubicBezTo>
                    <a:pt x="12391" y="121427"/>
                    <a:pt x="12790" y="121720"/>
                    <a:pt x="12790" y="121853"/>
                  </a:cubicBezTo>
                  <a:cubicBezTo>
                    <a:pt x="13101" y="122299"/>
                    <a:pt x="13892" y="122488"/>
                    <a:pt x="15056" y="122488"/>
                  </a:cubicBezTo>
                  <a:cubicBezTo>
                    <a:pt x="17090" y="122488"/>
                    <a:pt x="20264" y="121913"/>
                    <a:pt x="24008" y="121134"/>
                  </a:cubicBezTo>
                  <a:cubicBezTo>
                    <a:pt x="29897" y="119935"/>
                    <a:pt x="36585" y="117616"/>
                    <a:pt x="42634" y="112927"/>
                  </a:cubicBezTo>
                  <a:cubicBezTo>
                    <a:pt x="48682" y="108264"/>
                    <a:pt x="54784" y="108850"/>
                    <a:pt x="72903" y="100403"/>
                  </a:cubicBezTo>
                  <a:cubicBezTo>
                    <a:pt x="91023" y="91930"/>
                    <a:pt x="93447" y="87400"/>
                    <a:pt x="99469" y="81218"/>
                  </a:cubicBezTo>
                  <a:cubicBezTo>
                    <a:pt x="105518" y="75036"/>
                    <a:pt x="112313" y="72612"/>
                    <a:pt x="113059" y="71413"/>
                  </a:cubicBezTo>
                  <a:cubicBezTo>
                    <a:pt x="113832" y="70187"/>
                    <a:pt x="109435" y="69601"/>
                    <a:pt x="109435" y="69601"/>
                  </a:cubicBezTo>
                  <a:cubicBezTo>
                    <a:pt x="109435" y="69601"/>
                    <a:pt x="112286" y="64671"/>
                    <a:pt x="111407" y="64458"/>
                  </a:cubicBezTo>
                  <a:cubicBezTo>
                    <a:pt x="102640" y="62353"/>
                    <a:pt x="97524" y="58276"/>
                    <a:pt x="90863" y="44847"/>
                  </a:cubicBezTo>
                  <a:cubicBezTo>
                    <a:pt x="84228" y="31391"/>
                    <a:pt x="72610" y="24596"/>
                    <a:pt x="57209" y="17961"/>
                  </a:cubicBezTo>
                  <a:cubicBezTo>
                    <a:pt x="41914" y="11372"/>
                    <a:pt x="7120" y="0"/>
                    <a:pt x="3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9"/>
            <p:cNvSpPr/>
            <p:nvPr/>
          </p:nvSpPr>
          <p:spPr>
            <a:xfrm>
              <a:off x="4825200" y="3723125"/>
              <a:ext cx="2572000" cy="1395150"/>
            </a:xfrm>
            <a:custGeom>
              <a:rect b="b" l="l" r="r" t="t"/>
              <a:pathLst>
                <a:path extrusionOk="0" h="55806" w="102880">
                  <a:moveTo>
                    <a:pt x="42925" y="0"/>
                  </a:moveTo>
                  <a:cubicBezTo>
                    <a:pt x="29224" y="0"/>
                    <a:pt x="13959" y="2066"/>
                    <a:pt x="0" y="8474"/>
                  </a:cubicBezTo>
                  <a:cubicBezTo>
                    <a:pt x="746" y="12125"/>
                    <a:pt x="1652" y="18386"/>
                    <a:pt x="1066" y="25447"/>
                  </a:cubicBezTo>
                  <a:cubicBezTo>
                    <a:pt x="1424" y="25124"/>
                    <a:pt x="1746" y="24971"/>
                    <a:pt x="2041" y="24971"/>
                  </a:cubicBezTo>
                  <a:cubicBezTo>
                    <a:pt x="3348" y="24971"/>
                    <a:pt x="4103" y="27985"/>
                    <a:pt x="4930" y="32509"/>
                  </a:cubicBezTo>
                  <a:cubicBezTo>
                    <a:pt x="6076" y="38824"/>
                    <a:pt x="1892" y="51320"/>
                    <a:pt x="1466" y="54571"/>
                  </a:cubicBezTo>
                  <a:cubicBezTo>
                    <a:pt x="1466" y="54758"/>
                    <a:pt x="1865" y="55051"/>
                    <a:pt x="1865" y="55157"/>
                  </a:cubicBezTo>
                  <a:cubicBezTo>
                    <a:pt x="2177" y="55614"/>
                    <a:pt x="2970" y="55805"/>
                    <a:pt x="4138" y="55805"/>
                  </a:cubicBezTo>
                  <a:cubicBezTo>
                    <a:pt x="6172" y="55805"/>
                    <a:pt x="9343" y="55226"/>
                    <a:pt x="13083" y="54465"/>
                  </a:cubicBezTo>
                  <a:cubicBezTo>
                    <a:pt x="18972" y="53266"/>
                    <a:pt x="25660" y="50947"/>
                    <a:pt x="31709" y="46258"/>
                  </a:cubicBezTo>
                  <a:cubicBezTo>
                    <a:pt x="37731" y="41595"/>
                    <a:pt x="43859" y="42181"/>
                    <a:pt x="61978" y="33734"/>
                  </a:cubicBezTo>
                  <a:cubicBezTo>
                    <a:pt x="80098" y="25261"/>
                    <a:pt x="82522" y="20731"/>
                    <a:pt x="88544" y="14549"/>
                  </a:cubicBezTo>
                  <a:cubicBezTo>
                    <a:pt x="94593" y="8367"/>
                    <a:pt x="101388" y="5943"/>
                    <a:pt x="102134" y="4744"/>
                  </a:cubicBezTo>
                  <a:cubicBezTo>
                    <a:pt x="102880" y="3518"/>
                    <a:pt x="98510" y="2932"/>
                    <a:pt x="98510" y="2932"/>
                  </a:cubicBezTo>
                  <a:cubicBezTo>
                    <a:pt x="98510" y="2932"/>
                    <a:pt x="99256" y="1653"/>
                    <a:pt x="99869" y="374"/>
                  </a:cubicBezTo>
                  <a:lnTo>
                    <a:pt x="99869" y="374"/>
                  </a:lnTo>
                  <a:cubicBezTo>
                    <a:pt x="94621" y="2676"/>
                    <a:pt x="90598" y="3787"/>
                    <a:pt x="84637" y="3787"/>
                  </a:cubicBezTo>
                  <a:cubicBezTo>
                    <a:pt x="79974" y="3787"/>
                    <a:pt x="74125" y="3107"/>
                    <a:pt x="65576" y="1786"/>
                  </a:cubicBezTo>
                  <a:cubicBezTo>
                    <a:pt x="59039" y="767"/>
                    <a:pt x="51272" y="0"/>
                    <a:pt x="42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9"/>
            <p:cNvSpPr/>
            <p:nvPr/>
          </p:nvSpPr>
          <p:spPr>
            <a:xfrm>
              <a:off x="6637775" y="3958275"/>
              <a:ext cx="273825" cy="325775"/>
            </a:xfrm>
            <a:custGeom>
              <a:rect b="b" l="l" r="r" t="t"/>
              <a:pathLst>
                <a:path extrusionOk="0" h="13031" w="10953">
                  <a:moveTo>
                    <a:pt x="1" y="1"/>
                  </a:moveTo>
                  <a:cubicBezTo>
                    <a:pt x="827" y="7621"/>
                    <a:pt x="5783" y="11512"/>
                    <a:pt x="8287" y="13030"/>
                  </a:cubicBezTo>
                  <a:cubicBezTo>
                    <a:pt x="9273" y="12178"/>
                    <a:pt x="10126" y="11378"/>
                    <a:pt x="10952" y="10526"/>
                  </a:cubicBezTo>
                  <a:cubicBezTo>
                    <a:pt x="5250" y="8900"/>
                    <a:pt x="1360" y="2639"/>
                    <a:pt x="1066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9"/>
            <p:cNvSpPr/>
            <p:nvPr/>
          </p:nvSpPr>
          <p:spPr>
            <a:xfrm>
              <a:off x="4861175" y="2476775"/>
              <a:ext cx="1730000" cy="2656400"/>
            </a:xfrm>
            <a:custGeom>
              <a:rect b="b" l="l" r="r" t="t"/>
              <a:pathLst>
                <a:path extrusionOk="0" h="106256" w="69200">
                  <a:moveTo>
                    <a:pt x="42074" y="0"/>
                  </a:moveTo>
                  <a:lnTo>
                    <a:pt x="42074" y="0"/>
                  </a:lnTo>
                  <a:cubicBezTo>
                    <a:pt x="46923" y="4477"/>
                    <a:pt x="50361" y="8820"/>
                    <a:pt x="52119" y="12924"/>
                  </a:cubicBezTo>
                  <a:cubicBezTo>
                    <a:pt x="54997" y="19558"/>
                    <a:pt x="51213" y="36319"/>
                    <a:pt x="48362" y="42074"/>
                  </a:cubicBezTo>
                  <a:cubicBezTo>
                    <a:pt x="45485" y="47803"/>
                    <a:pt x="43966" y="57156"/>
                    <a:pt x="42927" y="64563"/>
                  </a:cubicBezTo>
                  <a:cubicBezTo>
                    <a:pt x="41861" y="71971"/>
                    <a:pt x="44579" y="77247"/>
                    <a:pt x="34453" y="86439"/>
                  </a:cubicBezTo>
                  <a:cubicBezTo>
                    <a:pt x="26300" y="93874"/>
                    <a:pt x="7141" y="101707"/>
                    <a:pt x="27" y="104452"/>
                  </a:cubicBezTo>
                  <a:cubicBezTo>
                    <a:pt x="27" y="104612"/>
                    <a:pt x="0" y="104745"/>
                    <a:pt x="0" y="104852"/>
                  </a:cubicBezTo>
                  <a:cubicBezTo>
                    <a:pt x="0" y="105879"/>
                    <a:pt x="1004" y="106256"/>
                    <a:pt x="2610" y="106256"/>
                  </a:cubicBezTo>
                  <a:cubicBezTo>
                    <a:pt x="4794" y="106256"/>
                    <a:pt x="8090" y="105558"/>
                    <a:pt x="11485" y="104852"/>
                  </a:cubicBezTo>
                  <a:cubicBezTo>
                    <a:pt x="17373" y="103653"/>
                    <a:pt x="24301" y="101228"/>
                    <a:pt x="30350" y="96565"/>
                  </a:cubicBezTo>
                  <a:cubicBezTo>
                    <a:pt x="33414" y="94193"/>
                    <a:pt x="36478" y="93047"/>
                    <a:pt x="41141" y="91395"/>
                  </a:cubicBezTo>
                  <a:cubicBezTo>
                    <a:pt x="45644" y="89797"/>
                    <a:pt x="50521" y="89397"/>
                    <a:pt x="60859" y="84281"/>
                  </a:cubicBezTo>
                  <a:cubicBezTo>
                    <a:pt x="62884" y="83268"/>
                    <a:pt x="64403" y="81723"/>
                    <a:pt x="66082" y="80870"/>
                  </a:cubicBezTo>
                  <a:cubicBezTo>
                    <a:pt x="66881" y="76714"/>
                    <a:pt x="67281" y="72610"/>
                    <a:pt x="67521" y="69386"/>
                  </a:cubicBezTo>
                  <a:cubicBezTo>
                    <a:pt x="67974" y="63204"/>
                    <a:pt x="69199" y="51560"/>
                    <a:pt x="68880" y="33015"/>
                  </a:cubicBezTo>
                  <a:cubicBezTo>
                    <a:pt x="68720" y="22783"/>
                    <a:pt x="64110" y="14283"/>
                    <a:pt x="60007" y="8740"/>
                  </a:cubicBezTo>
                  <a:cubicBezTo>
                    <a:pt x="55477" y="5969"/>
                    <a:pt x="50414" y="3544"/>
                    <a:pt x="44845" y="1146"/>
                  </a:cubicBezTo>
                  <a:cubicBezTo>
                    <a:pt x="43992" y="773"/>
                    <a:pt x="43060" y="400"/>
                    <a:pt x="420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9"/>
            <p:cNvSpPr/>
            <p:nvPr/>
          </p:nvSpPr>
          <p:spPr>
            <a:xfrm>
              <a:off x="4905800" y="2322900"/>
              <a:ext cx="963925" cy="2532700"/>
            </a:xfrm>
            <a:custGeom>
              <a:rect b="b" l="l" r="r" t="t"/>
              <a:pathLst>
                <a:path extrusionOk="0" h="101308" w="38557">
                  <a:moveTo>
                    <a:pt x="8234" y="0"/>
                  </a:moveTo>
                  <a:lnTo>
                    <a:pt x="8234" y="0"/>
                  </a:lnTo>
                  <a:cubicBezTo>
                    <a:pt x="11884" y="1999"/>
                    <a:pt x="15109" y="3944"/>
                    <a:pt x="16921" y="5489"/>
                  </a:cubicBezTo>
                  <a:cubicBezTo>
                    <a:pt x="17160" y="5702"/>
                    <a:pt x="17347" y="5889"/>
                    <a:pt x="17533" y="6076"/>
                  </a:cubicBezTo>
                  <a:cubicBezTo>
                    <a:pt x="34374" y="15828"/>
                    <a:pt x="22090" y="29284"/>
                    <a:pt x="16068" y="36905"/>
                  </a:cubicBezTo>
                  <a:cubicBezTo>
                    <a:pt x="9726" y="44898"/>
                    <a:pt x="5969" y="62565"/>
                    <a:pt x="2931" y="73729"/>
                  </a:cubicBezTo>
                  <a:cubicBezTo>
                    <a:pt x="2079" y="76873"/>
                    <a:pt x="1040" y="79644"/>
                    <a:pt x="0" y="82016"/>
                  </a:cubicBezTo>
                  <a:cubicBezTo>
                    <a:pt x="640" y="83268"/>
                    <a:pt x="1146" y="85586"/>
                    <a:pt x="1679" y="88518"/>
                  </a:cubicBezTo>
                  <a:cubicBezTo>
                    <a:pt x="2292" y="91848"/>
                    <a:pt x="1439" y="96831"/>
                    <a:pt x="427" y="101308"/>
                  </a:cubicBezTo>
                  <a:cubicBezTo>
                    <a:pt x="2772" y="99043"/>
                    <a:pt x="4903" y="96431"/>
                    <a:pt x="5969" y="93953"/>
                  </a:cubicBezTo>
                  <a:cubicBezTo>
                    <a:pt x="8527" y="87931"/>
                    <a:pt x="11245" y="84148"/>
                    <a:pt x="18493" y="73276"/>
                  </a:cubicBezTo>
                  <a:cubicBezTo>
                    <a:pt x="25740" y="62405"/>
                    <a:pt x="29657" y="51853"/>
                    <a:pt x="33148" y="40076"/>
                  </a:cubicBezTo>
                  <a:lnTo>
                    <a:pt x="33121" y="40076"/>
                  </a:lnTo>
                  <a:cubicBezTo>
                    <a:pt x="36612" y="28298"/>
                    <a:pt x="38557" y="18466"/>
                    <a:pt x="30110" y="10632"/>
                  </a:cubicBezTo>
                  <a:cubicBezTo>
                    <a:pt x="24301" y="5223"/>
                    <a:pt x="14069" y="1706"/>
                    <a:pt x="82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9"/>
            <p:cNvSpPr/>
            <p:nvPr/>
          </p:nvSpPr>
          <p:spPr>
            <a:xfrm>
              <a:off x="4449500" y="3738150"/>
              <a:ext cx="419025" cy="1007450"/>
            </a:xfrm>
            <a:custGeom>
              <a:rect b="b" l="l" r="r" t="t"/>
              <a:pathLst>
                <a:path extrusionOk="0" h="40298" w="16761">
                  <a:moveTo>
                    <a:pt x="6707" y="1"/>
                  </a:moveTo>
                  <a:cubicBezTo>
                    <a:pt x="4788" y="1"/>
                    <a:pt x="1467" y="3921"/>
                    <a:pt x="773" y="15147"/>
                  </a:cubicBezTo>
                  <a:cubicBezTo>
                    <a:pt x="0" y="27245"/>
                    <a:pt x="5303" y="38116"/>
                    <a:pt x="6955" y="40061"/>
                  </a:cubicBezTo>
                  <a:cubicBezTo>
                    <a:pt x="7090" y="40222"/>
                    <a:pt x="7236" y="40298"/>
                    <a:pt x="7392" y="40298"/>
                  </a:cubicBezTo>
                  <a:cubicBezTo>
                    <a:pt x="9148" y="40298"/>
                    <a:pt x="12173" y="30780"/>
                    <a:pt x="14815" y="26498"/>
                  </a:cubicBezTo>
                  <a:cubicBezTo>
                    <a:pt x="15295" y="25726"/>
                    <a:pt x="15694" y="25193"/>
                    <a:pt x="16094" y="24846"/>
                  </a:cubicBezTo>
                  <a:cubicBezTo>
                    <a:pt x="16760" y="16879"/>
                    <a:pt x="15508" y="9925"/>
                    <a:pt x="14735" y="6621"/>
                  </a:cubicBezTo>
                  <a:cubicBezTo>
                    <a:pt x="12337" y="6514"/>
                    <a:pt x="8687" y="599"/>
                    <a:pt x="7114" y="66"/>
                  </a:cubicBezTo>
                  <a:cubicBezTo>
                    <a:pt x="6988" y="23"/>
                    <a:pt x="6852" y="1"/>
                    <a:pt x="6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9"/>
            <p:cNvSpPr/>
            <p:nvPr/>
          </p:nvSpPr>
          <p:spPr>
            <a:xfrm>
              <a:off x="6752350" y="3492650"/>
              <a:ext cx="204525" cy="204525"/>
            </a:xfrm>
            <a:custGeom>
              <a:rect b="b" l="l" r="r" t="t"/>
              <a:pathLst>
                <a:path extrusionOk="0" h="8181" w="8181">
                  <a:moveTo>
                    <a:pt x="4104" y="0"/>
                  </a:moveTo>
                  <a:cubicBezTo>
                    <a:pt x="1839" y="0"/>
                    <a:pt x="1" y="1839"/>
                    <a:pt x="1" y="4077"/>
                  </a:cubicBezTo>
                  <a:cubicBezTo>
                    <a:pt x="1" y="6342"/>
                    <a:pt x="1839" y="8181"/>
                    <a:pt x="4104" y="8181"/>
                  </a:cubicBezTo>
                  <a:cubicBezTo>
                    <a:pt x="6342" y="8181"/>
                    <a:pt x="8181" y="6342"/>
                    <a:pt x="8181" y="4077"/>
                  </a:cubicBezTo>
                  <a:cubicBezTo>
                    <a:pt x="8181" y="1839"/>
                    <a:pt x="6342" y="0"/>
                    <a:pt x="4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9"/>
            <p:cNvSpPr/>
            <p:nvPr/>
          </p:nvSpPr>
          <p:spPr>
            <a:xfrm>
              <a:off x="6401950" y="3459400"/>
              <a:ext cx="281150" cy="552250"/>
            </a:xfrm>
            <a:custGeom>
              <a:rect b="b" l="l" r="r" t="t"/>
              <a:pathLst>
                <a:path extrusionOk="0" h="22090" w="11246">
                  <a:moveTo>
                    <a:pt x="4858" y="1"/>
                  </a:moveTo>
                  <a:cubicBezTo>
                    <a:pt x="4608" y="1"/>
                    <a:pt x="4385" y="85"/>
                    <a:pt x="4211" y="264"/>
                  </a:cubicBezTo>
                  <a:cubicBezTo>
                    <a:pt x="1813" y="2742"/>
                    <a:pt x="1" y="7592"/>
                    <a:pt x="827" y="11962"/>
                  </a:cubicBezTo>
                  <a:cubicBezTo>
                    <a:pt x="1644" y="16283"/>
                    <a:pt x="9548" y="22090"/>
                    <a:pt x="10445" y="22090"/>
                  </a:cubicBezTo>
                  <a:cubicBezTo>
                    <a:pt x="10455" y="22090"/>
                    <a:pt x="10464" y="22089"/>
                    <a:pt x="10473" y="22087"/>
                  </a:cubicBezTo>
                  <a:cubicBezTo>
                    <a:pt x="11246" y="21927"/>
                    <a:pt x="8288" y="5487"/>
                    <a:pt x="7702" y="3142"/>
                  </a:cubicBezTo>
                  <a:cubicBezTo>
                    <a:pt x="7214" y="1276"/>
                    <a:pt x="5832" y="1"/>
                    <a:pt x="4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7" name="Google Shape;1287;p39"/>
          <p:cNvGrpSpPr/>
          <p:nvPr/>
        </p:nvGrpSpPr>
        <p:grpSpPr>
          <a:xfrm>
            <a:off x="6427647" y="3434371"/>
            <a:ext cx="865399" cy="579551"/>
            <a:chOff x="3420300" y="450375"/>
            <a:chExt cx="1714000" cy="1147852"/>
          </a:xfrm>
        </p:grpSpPr>
        <p:sp>
          <p:nvSpPr>
            <p:cNvPr id="1288" name="Google Shape;1288;p39"/>
            <p:cNvSpPr/>
            <p:nvPr/>
          </p:nvSpPr>
          <p:spPr>
            <a:xfrm>
              <a:off x="3577500" y="1062550"/>
              <a:ext cx="593575" cy="446900"/>
            </a:xfrm>
            <a:custGeom>
              <a:rect b="b" l="l" r="r" t="t"/>
              <a:pathLst>
                <a:path extrusionOk="0" h="17876" w="23743">
                  <a:moveTo>
                    <a:pt x="23236" y="0"/>
                  </a:moveTo>
                  <a:lnTo>
                    <a:pt x="4450" y="613"/>
                  </a:lnTo>
                  <a:cubicBezTo>
                    <a:pt x="2159" y="5569"/>
                    <a:pt x="1" y="10339"/>
                    <a:pt x="3038" y="14416"/>
                  </a:cubicBezTo>
                  <a:cubicBezTo>
                    <a:pt x="4749" y="16678"/>
                    <a:pt x="8870" y="17876"/>
                    <a:pt x="13368" y="17876"/>
                  </a:cubicBezTo>
                  <a:cubicBezTo>
                    <a:pt x="16925" y="17876"/>
                    <a:pt x="20718" y="17126"/>
                    <a:pt x="23742" y="15562"/>
                  </a:cubicBezTo>
                  <a:lnTo>
                    <a:pt x="232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9"/>
            <p:cNvSpPr/>
            <p:nvPr/>
          </p:nvSpPr>
          <p:spPr>
            <a:xfrm>
              <a:off x="3646125" y="450375"/>
              <a:ext cx="960600" cy="595550"/>
            </a:xfrm>
            <a:custGeom>
              <a:rect b="b" l="l" r="r" t="t"/>
              <a:pathLst>
                <a:path extrusionOk="0" h="23822" w="38424">
                  <a:moveTo>
                    <a:pt x="21983" y="0"/>
                  </a:moveTo>
                  <a:cubicBezTo>
                    <a:pt x="22303" y="213"/>
                    <a:pt x="22649" y="426"/>
                    <a:pt x="22942" y="666"/>
                  </a:cubicBezTo>
                  <a:cubicBezTo>
                    <a:pt x="23448" y="1039"/>
                    <a:pt x="23955" y="1359"/>
                    <a:pt x="24328" y="1679"/>
                  </a:cubicBezTo>
                  <a:cubicBezTo>
                    <a:pt x="25127" y="2318"/>
                    <a:pt x="25660" y="2745"/>
                    <a:pt x="25660" y="2745"/>
                  </a:cubicBezTo>
                  <a:lnTo>
                    <a:pt x="25420" y="3038"/>
                  </a:lnTo>
                  <a:cubicBezTo>
                    <a:pt x="25420" y="3038"/>
                    <a:pt x="24861" y="2691"/>
                    <a:pt x="24008" y="2185"/>
                  </a:cubicBezTo>
                  <a:cubicBezTo>
                    <a:pt x="23582" y="1918"/>
                    <a:pt x="23049" y="1679"/>
                    <a:pt x="22516" y="1386"/>
                  </a:cubicBezTo>
                  <a:cubicBezTo>
                    <a:pt x="21983" y="1092"/>
                    <a:pt x="21370" y="853"/>
                    <a:pt x="20757" y="560"/>
                  </a:cubicBezTo>
                  <a:cubicBezTo>
                    <a:pt x="20411" y="400"/>
                    <a:pt x="20064" y="266"/>
                    <a:pt x="19718" y="133"/>
                  </a:cubicBezTo>
                  <a:cubicBezTo>
                    <a:pt x="7807" y="1252"/>
                    <a:pt x="0" y="8500"/>
                    <a:pt x="1626" y="23821"/>
                  </a:cubicBezTo>
                  <a:lnTo>
                    <a:pt x="38423" y="22622"/>
                  </a:lnTo>
                  <a:lnTo>
                    <a:pt x="38077" y="11751"/>
                  </a:lnTo>
                  <a:cubicBezTo>
                    <a:pt x="37704" y="9832"/>
                    <a:pt x="36718" y="7381"/>
                    <a:pt x="34800" y="5196"/>
                  </a:cubicBezTo>
                  <a:lnTo>
                    <a:pt x="34800" y="5196"/>
                  </a:lnTo>
                  <a:cubicBezTo>
                    <a:pt x="34906" y="5462"/>
                    <a:pt x="35013" y="5729"/>
                    <a:pt x="35093" y="5995"/>
                  </a:cubicBezTo>
                  <a:cubicBezTo>
                    <a:pt x="35386" y="6955"/>
                    <a:pt x="35599" y="7594"/>
                    <a:pt x="35599" y="7594"/>
                  </a:cubicBezTo>
                  <a:lnTo>
                    <a:pt x="35253" y="7727"/>
                  </a:lnTo>
                  <a:cubicBezTo>
                    <a:pt x="35253" y="7727"/>
                    <a:pt x="34959" y="7114"/>
                    <a:pt x="34533" y="6235"/>
                  </a:cubicBezTo>
                  <a:cubicBezTo>
                    <a:pt x="34320" y="5782"/>
                    <a:pt x="34027" y="5276"/>
                    <a:pt x="33734" y="4743"/>
                  </a:cubicBezTo>
                  <a:cubicBezTo>
                    <a:pt x="33494" y="4290"/>
                    <a:pt x="33174" y="3837"/>
                    <a:pt x="32881" y="3357"/>
                  </a:cubicBezTo>
                  <a:cubicBezTo>
                    <a:pt x="32082" y="2718"/>
                    <a:pt x="31149" y="2132"/>
                    <a:pt x="30137" y="1652"/>
                  </a:cubicBezTo>
                  <a:lnTo>
                    <a:pt x="30137" y="1652"/>
                  </a:lnTo>
                  <a:cubicBezTo>
                    <a:pt x="30323" y="1918"/>
                    <a:pt x="30536" y="2212"/>
                    <a:pt x="30696" y="2478"/>
                  </a:cubicBezTo>
                  <a:cubicBezTo>
                    <a:pt x="31043" y="3011"/>
                    <a:pt x="31416" y="3491"/>
                    <a:pt x="31655" y="3944"/>
                  </a:cubicBezTo>
                  <a:cubicBezTo>
                    <a:pt x="32162" y="4796"/>
                    <a:pt x="32508" y="5382"/>
                    <a:pt x="32508" y="5382"/>
                  </a:cubicBezTo>
                  <a:lnTo>
                    <a:pt x="32188" y="5569"/>
                  </a:lnTo>
                  <a:cubicBezTo>
                    <a:pt x="32188" y="5569"/>
                    <a:pt x="31789" y="5063"/>
                    <a:pt x="31176" y="4290"/>
                  </a:cubicBezTo>
                  <a:cubicBezTo>
                    <a:pt x="30883" y="3890"/>
                    <a:pt x="30456" y="3464"/>
                    <a:pt x="30057" y="3011"/>
                  </a:cubicBezTo>
                  <a:cubicBezTo>
                    <a:pt x="29657" y="2531"/>
                    <a:pt x="29151" y="2078"/>
                    <a:pt x="28698" y="1625"/>
                  </a:cubicBezTo>
                  <a:cubicBezTo>
                    <a:pt x="28405" y="1332"/>
                    <a:pt x="28085" y="1039"/>
                    <a:pt x="27792" y="746"/>
                  </a:cubicBezTo>
                  <a:cubicBezTo>
                    <a:pt x="27259" y="613"/>
                    <a:pt x="26699" y="480"/>
                    <a:pt x="26140" y="346"/>
                  </a:cubicBezTo>
                  <a:lnTo>
                    <a:pt x="26140" y="346"/>
                  </a:lnTo>
                  <a:cubicBezTo>
                    <a:pt x="26593" y="799"/>
                    <a:pt x="27046" y="1226"/>
                    <a:pt x="27445" y="1652"/>
                  </a:cubicBezTo>
                  <a:cubicBezTo>
                    <a:pt x="27872" y="2132"/>
                    <a:pt x="28298" y="2531"/>
                    <a:pt x="28618" y="2931"/>
                  </a:cubicBezTo>
                  <a:cubicBezTo>
                    <a:pt x="29257" y="3704"/>
                    <a:pt x="29684" y="4237"/>
                    <a:pt x="29684" y="4237"/>
                  </a:cubicBezTo>
                  <a:lnTo>
                    <a:pt x="29417" y="4476"/>
                  </a:lnTo>
                  <a:cubicBezTo>
                    <a:pt x="29417" y="4476"/>
                    <a:pt x="28938" y="4024"/>
                    <a:pt x="28191" y="3357"/>
                  </a:cubicBezTo>
                  <a:cubicBezTo>
                    <a:pt x="27845" y="3011"/>
                    <a:pt x="27365" y="2691"/>
                    <a:pt x="26886" y="2292"/>
                  </a:cubicBezTo>
                  <a:cubicBezTo>
                    <a:pt x="26406" y="1892"/>
                    <a:pt x="25847" y="1519"/>
                    <a:pt x="25314" y="1146"/>
                  </a:cubicBezTo>
                  <a:cubicBezTo>
                    <a:pt x="24807" y="746"/>
                    <a:pt x="24221" y="426"/>
                    <a:pt x="23715" y="80"/>
                  </a:cubicBezTo>
                  <a:lnTo>
                    <a:pt x="23662" y="53"/>
                  </a:lnTo>
                  <a:cubicBezTo>
                    <a:pt x="23129" y="0"/>
                    <a:pt x="22569" y="0"/>
                    <a:pt x="21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9"/>
            <p:cNvSpPr/>
            <p:nvPr/>
          </p:nvSpPr>
          <p:spPr>
            <a:xfrm>
              <a:off x="3420300" y="680175"/>
              <a:ext cx="288450" cy="616325"/>
            </a:xfrm>
            <a:custGeom>
              <a:rect b="b" l="l" r="r" t="t"/>
              <a:pathLst>
                <a:path extrusionOk="0" h="24653" w="11538">
                  <a:moveTo>
                    <a:pt x="107" y="1"/>
                  </a:moveTo>
                  <a:cubicBezTo>
                    <a:pt x="2558" y="12498"/>
                    <a:pt x="0" y="24515"/>
                    <a:pt x="480" y="24648"/>
                  </a:cubicBezTo>
                  <a:cubicBezTo>
                    <a:pt x="490" y="24651"/>
                    <a:pt x="503" y="24653"/>
                    <a:pt x="519" y="24653"/>
                  </a:cubicBezTo>
                  <a:cubicBezTo>
                    <a:pt x="1316" y="24653"/>
                    <a:pt x="9403" y="20806"/>
                    <a:pt x="10579" y="15269"/>
                  </a:cubicBezTo>
                  <a:cubicBezTo>
                    <a:pt x="11538" y="10712"/>
                    <a:pt x="5622" y="2346"/>
                    <a:pt x="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9"/>
            <p:cNvSpPr/>
            <p:nvPr/>
          </p:nvSpPr>
          <p:spPr>
            <a:xfrm>
              <a:off x="3675425" y="615575"/>
              <a:ext cx="1458875" cy="836125"/>
            </a:xfrm>
            <a:custGeom>
              <a:rect b="b" l="l" r="r" t="t"/>
              <a:pathLst>
                <a:path extrusionOk="0" h="33445" w="58355">
                  <a:moveTo>
                    <a:pt x="24111" y="0"/>
                  </a:moveTo>
                  <a:cubicBezTo>
                    <a:pt x="23703" y="0"/>
                    <a:pt x="23287" y="9"/>
                    <a:pt x="22863" y="27"/>
                  </a:cubicBezTo>
                  <a:cubicBezTo>
                    <a:pt x="7834" y="693"/>
                    <a:pt x="2612" y="13190"/>
                    <a:pt x="1386" y="14842"/>
                  </a:cubicBezTo>
                  <a:cubicBezTo>
                    <a:pt x="134" y="16521"/>
                    <a:pt x="1" y="17506"/>
                    <a:pt x="214" y="18892"/>
                  </a:cubicBezTo>
                  <a:cubicBezTo>
                    <a:pt x="427" y="20278"/>
                    <a:pt x="2399" y="26006"/>
                    <a:pt x="8207" y="30323"/>
                  </a:cubicBezTo>
                  <a:cubicBezTo>
                    <a:pt x="11471" y="32733"/>
                    <a:pt x="15112" y="33444"/>
                    <a:pt x="19137" y="33444"/>
                  </a:cubicBezTo>
                  <a:cubicBezTo>
                    <a:pt x="22277" y="33444"/>
                    <a:pt x="25650" y="33012"/>
                    <a:pt x="29258" y="32615"/>
                  </a:cubicBezTo>
                  <a:cubicBezTo>
                    <a:pt x="37518" y="31682"/>
                    <a:pt x="41968" y="28964"/>
                    <a:pt x="46791" y="27072"/>
                  </a:cubicBezTo>
                  <a:cubicBezTo>
                    <a:pt x="51587" y="25180"/>
                    <a:pt x="56730" y="25607"/>
                    <a:pt x="57529" y="25314"/>
                  </a:cubicBezTo>
                  <a:cubicBezTo>
                    <a:pt x="58328" y="25021"/>
                    <a:pt x="56516" y="24195"/>
                    <a:pt x="56516" y="24195"/>
                  </a:cubicBezTo>
                  <a:cubicBezTo>
                    <a:pt x="56516" y="24195"/>
                    <a:pt x="58355" y="23635"/>
                    <a:pt x="56969" y="23182"/>
                  </a:cubicBezTo>
                  <a:cubicBezTo>
                    <a:pt x="55557" y="22756"/>
                    <a:pt x="48869" y="21184"/>
                    <a:pt x="46871" y="19452"/>
                  </a:cubicBezTo>
                  <a:cubicBezTo>
                    <a:pt x="44845" y="17746"/>
                    <a:pt x="40742" y="11058"/>
                    <a:pt x="38157" y="6688"/>
                  </a:cubicBezTo>
                  <a:cubicBezTo>
                    <a:pt x="35742" y="2536"/>
                    <a:pt x="31045" y="0"/>
                    <a:pt x="24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9"/>
            <p:cNvSpPr/>
            <p:nvPr/>
          </p:nvSpPr>
          <p:spPr>
            <a:xfrm>
              <a:off x="4436175" y="1123175"/>
              <a:ext cx="698125" cy="297125"/>
            </a:xfrm>
            <a:custGeom>
              <a:rect b="b" l="l" r="r" t="t"/>
              <a:pathLst>
                <a:path extrusionOk="0" h="11885" w="27925">
                  <a:moveTo>
                    <a:pt x="17773" y="0"/>
                  </a:moveTo>
                  <a:lnTo>
                    <a:pt x="293" y="1945"/>
                  </a:lnTo>
                  <a:cubicBezTo>
                    <a:pt x="293" y="1945"/>
                    <a:pt x="0" y="7008"/>
                    <a:pt x="1812" y="11884"/>
                  </a:cubicBezTo>
                  <a:cubicBezTo>
                    <a:pt x="8234" y="10712"/>
                    <a:pt x="12151" y="8420"/>
                    <a:pt x="16361" y="6768"/>
                  </a:cubicBezTo>
                  <a:cubicBezTo>
                    <a:pt x="21157" y="4876"/>
                    <a:pt x="26326" y="5303"/>
                    <a:pt x="27099" y="5010"/>
                  </a:cubicBezTo>
                  <a:cubicBezTo>
                    <a:pt x="27898" y="4717"/>
                    <a:pt x="26086" y="3891"/>
                    <a:pt x="26086" y="3891"/>
                  </a:cubicBezTo>
                  <a:cubicBezTo>
                    <a:pt x="26086" y="3891"/>
                    <a:pt x="27925" y="3331"/>
                    <a:pt x="26539" y="2878"/>
                  </a:cubicBezTo>
                  <a:cubicBezTo>
                    <a:pt x="25367" y="2532"/>
                    <a:pt x="20517" y="1359"/>
                    <a:pt x="177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9"/>
            <p:cNvSpPr/>
            <p:nvPr/>
          </p:nvSpPr>
          <p:spPr>
            <a:xfrm>
              <a:off x="4432825" y="726800"/>
              <a:ext cx="596900" cy="471875"/>
            </a:xfrm>
            <a:custGeom>
              <a:rect b="b" l="l" r="r" t="t"/>
              <a:pathLst>
                <a:path extrusionOk="0" h="18875" w="23876">
                  <a:moveTo>
                    <a:pt x="6209" y="1"/>
                  </a:moveTo>
                  <a:cubicBezTo>
                    <a:pt x="1413" y="6716"/>
                    <a:pt x="1" y="17267"/>
                    <a:pt x="427" y="17800"/>
                  </a:cubicBezTo>
                  <a:cubicBezTo>
                    <a:pt x="898" y="18395"/>
                    <a:pt x="13443" y="18875"/>
                    <a:pt x="19099" y="18875"/>
                  </a:cubicBezTo>
                  <a:cubicBezTo>
                    <a:pt x="19525" y="18875"/>
                    <a:pt x="19912" y="18872"/>
                    <a:pt x="20252" y="18866"/>
                  </a:cubicBezTo>
                  <a:cubicBezTo>
                    <a:pt x="22010" y="18840"/>
                    <a:pt x="23156" y="18440"/>
                    <a:pt x="23876" y="17960"/>
                  </a:cubicBezTo>
                  <a:cubicBezTo>
                    <a:pt x="21318" y="17241"/>
                    <a:pt x="17907" y="16175"/>
                    <a:pt x="16575" y="15003"/>
                  </a:cubicBezTo>
                  <a:cubicBezTo>
                    <a:pt x="14549" y="13297"/>
                    <a:pt x="10446" y="6609"/>
                    <a:pt x="7861" y="2239"/>
                  </a:cubicBezTo>
                  <a:cubicBezTo>
                    <a:pt x="7408" y="1413"/>
                    <a:pt x="6849" y="694"/>
                    <a:pt x="62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9"/>
            <p:cNvSpPr/>
            <p:nvPr/>
          </p:nvSpPr>
          <p:spPr>
            <a:xfrm>
              <a:off x="4036794" y="943288"/>
              <a:ext cx="427700" cy="337500"/>
            </a:xfrm>
            <a:custGeom>
              <a:rect b="b" l="l" r="r" t="t"/>
              <a:pathLst>
                <a:path extrusionOk="0" h="13500" w="17108">
                  <a:moveTo>
                    <a:pt x="0" y="0"/>
                  </a:moveTo>
                  <a:lnTo>
                    <a:pt x="0" y="0"/>
                  </a:lnTo>
                  <a:cubicBezTo>
                    <a:pt x="2452" y="5516"/>
                    <a:pt x="5596" y="10126"/>
                    <a:pt x="6049" y="11644"/>
                  </a:cubicBezTo>
                  <a:cubicBezTo>
                    <a:pt x="6502" y="13190"/>
                    <a:pt x="6022" y="13296"/>
                    <a:pt x="8207" y="13456"/>
                  </a:cubicBezTo>
                  <a:cubicBezTo>
                    <a:pt x="8545" y="13481"/>
                    <a:pt x="8947" y="13500"/>
                    <a:pt x="9391" y="13500"/>
                  </a:cubicBezTo>
                  <a:cubicBezTo>
                    <a:pt x="11852" y="13500"/>
                    <a:pt x="15617" y="12921"/>
                    <a:pt x="17107" y="9513"/>
                  </a:cubicBezTo>
                  <a:cubicBezTo>
                    <a:pt x="17107" y="9513"/>
                    <a:pt x="6715" y="426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4622675" y="1037175"/>
              <a:ext cx="97950" cy="96025"/>
            </a:xfrm>
            <a:custGeom>
              <a:rect b="b" l="l" r="r" t="t"/>
              <a:pathLst>
                <a:path extrusionOk="0" h="3841" w="3918">
                  <a:moveTo>
                    <a:pt x="1988" y="1"/>
                  </a:moveTo>
                  <a:cubicBezTo>
                    <a:pt x="1956" y="1"/>
                    <a:pt x="1925" y="1"/>
                    <a:pt x="1893" y="3"/>
                  </a:cubicBezTo>
                  <a:cubicBezTo>
                    <a:pt x="854" y="30"/>
                    <a:pt x="1" y="909"/>
                    <a:pt x="54" y="1975"/>
                  </a:cubicBezTo>
                  <a:cubicBezTo>
                    <a:pt x="80" y="3024"/>
                    <a:pt x="933" y="3841"/>
                    <a:pt x="1976" y="3841"/>
                  </a:cubicBezTo>
                  <a:cubicBezTo>
                    <a:pt x="1993" y="3841"/>
                    <a:pt x="2009" y="3840"/>
                    <a:pt x="2026" y="3840"/>
                  </a:cubicBezTo>
                  <a:cubicBezTo>
                    <a:pt x="3092" y="3813"/>
                    <a:pt x="3918" y="2907"/>
                    <a:pt x="3891" y="1841"/>
                  </a:cubicBezTo>
                  <a:cubicBezTo>
                    <a:pt x="3865" y="833"/>
                    <a:pt x="3012" y="1"/>
                    <a:pt x="1988" y="1"/>
                  </a:cubicBezTo>
                  <a:close/>
                </a:path>
              </a:pathLst>
            </a:custGeom>
            <a:solidFill>
              <a:srgbClr val="CEE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4640675" y="1054525"/>
              <a:ext cx="62650" cy="61350"/>
            </a:xfrm>
            <a:custGeom>
              <a:rect b="b" l="l" r="r" t="t"/>
              <a:pathLst>
                <a:path extrusionOk="0" h="2454" w="2506">
                  <a:moveTo>
                    <a:pt x="1249" y="1"/>
                  </a:moveTo>
                  <a:cubicBezTo>
                    <a:pt x="1233" y="1"/>
                    <a:pt x="1216" y="1"/>
                    <a:pt x="1199" y="2"/>
                  </a:cubicBezTo>
                  <a:cubicBezTo>
                    <a:pt x="533" y="28"/>
                    <a:pt x="0" y="588"/>
                    <a:pt x="27" y="1254"/>
                  </a:cubicBezTo>
                  <a:cubicBezTo>
                    <a:pt x="54" y="1920"/>
                    <a:pt x="613" y="2453"/>
                    <a:pt x="1279" y="2453"/>
                  </a:cubicBezTo>
                  <a:cubicBezTo>
                    <a:pt x="1972" y="2426"/>
                    <a:pt x="2505" y="1840"/>
                    <a:pt x="2478" y="1174"/>
                  </a:cubicBezTo>
                  <a:cubicBezTo>
                    <a:pt x="2452" y="524"/>
                    <a:pt x="1919" y="1"/>
                    <a:pt x="1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4226593" y="1420277"/>
              <a:ext cx="259150" cy="177950"/>
            </a:xfrm>
            <a:custGeom>
              <a:rect b="b" l="l" r="r" t="t"/>
              <a:pathLst>
                <a:path extrusionOk="0" h="7118" w="10366">
                  <a:moveTo>
                    <a:pt x="10175" y="0"/>
                  </a:moveTo>
                  <a:cubicBezTo>
                    <a:pt x="7689" y="0"/>
                    <a:pt x="4867" y="1497"/>
                    <a:pt x="3438" y="2588"/>
                  </a:cubicBezTo>
                  <a:cubicBezTo>
                    <a:pt x="3438" y="2588"/>
                    <a:pt x="1359" y="5279"/>
                    <a:pt x="0" y="7118"/>
                  </a:cubicBezTo>
                  <a:cubicBezTo>
                    <a:pt x="6662" y="5173"/>
                    <a:pt x="10366" y="3"/>
                    <a:pt x="10366" y="3"/>
                  </a:cubicBezTo>
                  <a:cubicBezTo>
                    <a:pt x="10302" y="1"/>
                    <a:pt x="10239" y="0"/>
                    <a:pt x="10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39"/>
          <p:cNvGrpSpPr/>
          <p:nvPr/>
        </p:nvGrpSpPr>
        <p:grpSpPr>
          <a:xfrm>
            <a:off x="2306063" y="4135863"/>
            <a:ext cx="1399975" cy="635600"/>
            <a:chOff x="3996175" y="2416275"/>
            <a:chExt cx="1399975" cy="635600"/>
          </a:xfrm>
        </p:grpSpPr>
        <p:sp>
          <p:nvSpPr>
            <p:cNvPr id="1299" name="Google Shape;1299;p39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9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9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9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9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9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40"/>
          <p:cNvSpPr txBox="1"/>
          <p:nvPr>
            <p:ph type="title"/>
          </p:nvPr>
        </p:nvSpPr>
        <p:spPr>
          <a:xfrm>
            <a:off x="464850" y="1021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</a:t>
            </a:r>
            <a:r>
              <a:rPr lang="en"/>
              <a:t>1</a:t>
            </a:r>
            <a:endParaRPr/>
          </a:p>
        </p:txBody>
      </p:sp>
      <p:sp>
        <p:nvSpPr>
          <p:cNvPr id="1310" name="Google Shape;1310;p40"/>
          <p:cNvSpPr txBox="1"/>
          <p:nvPr>
            <p:ph idx="1" type="subTitle"/>
          </p:nvPr>
        </p:nvSpPr>
        <p:spPr>
          <a:xfrm>
            <a:off x="201700" y="769325"/>
            <a:ext cx="59709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What countries are out there fishing? Are there countries that have a large share in global fishing efforts?</a:t>
            </a:r>
            <a:endParaRPr/>
          </a:p>
        </p:txBody>
      </p:sp>
      <p:grpSp>
        <p:nvGrpSpPr>
          <p:cNvPr id="1311" name="Google Shape;1311;p40"/>
          <p:cNvGrpSpPr/>
          <p:nvPr/>
        </p:nvGrpSpPr>
        <p:grpSpPr>
          <a:xfrm>
            <a:off x="2306063" y="4135863"/>
            <a:ext cx="1399975" cy="635600"/>
            <a:chOff x="3996175" y="2416275"/>
            <a:chExt cx="1399975" cy="635600"/>
          </a:xfrm>
        </p:grpSpPr>
        <p:sp>
          <p:nvSpPr>
            <p:cNvPr id="1312" name="Google Shape;1312;p40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0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0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0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0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0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18" name="Google Shape;131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00" y="1728150"/>
            <a:ext cx="5895274" cy="2644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9" name="Google Shape;1319;p40"/>
          <p:cNvSpPr txBox="1"/>
          <p:nvPr>
            <p:ph idx="1" type="subTitle"/>
          </p:nvPr>
        </p:nvSpPr>
        <p:spPr>
          <a:xfrm>
            <a:off x="6096975" y="1728150"/>
            <a:ext cx="23433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China leads by an incredible margin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Large amount of unflagged vessels still fishing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Steep drop off in vessel numbers after those 2 categories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41"/>
          <p:cNvSpPr txBox="1"/>
          <p:nvPr>
            <p:ph type="title"/>
          </p:nvPr>
        </p:nvSpPr>
        <p:spPr>
          <a:xfrm>
            <a:off x="464850" y="1021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1325" name="Google Shape;1325;p41"/>
          <p:cNvSpPr txBox="1"/>
          <p:nvPr>
            <p:ph idx="1" type="subTitle"/>
          </p:nvPr>
        </p:nvSpPr>
        <p:spPr>
          <a:xfrm>
            <a:off x="201700" y="769325"/>
            <a:ext cx="71847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What types of fishing are going on? My dataset contains fishing vessel types, and I want to know what categories they fall into.</a:t>
            </a:r>
            <a:endParaRPr/>
          </a:p>
        </p:txBody>
      </p:sp>
      <p:grpSp>
        <p:nvGrpSpPr>
          <p:cNvPr id="1326" name="Google Shape;1326;p41"/>
          <p:cNvGrpSpPr/>
          <p:nvPr/>
        </p:nvGrpSpPr>
        <p:grpSpPr>
          <a:xfrm>
            <a:off x="2306063" y="4135863"/>
            <a:ext cx="1399975" cy="635600"/>
            <a:chOff x="3996175" y="2416275"/>
            <a:chExt cx="1399975" cy="635600"/>
          </a:xfrm>
        </p:grpSpPr>
        <p:sp>
          <p:nvSpPr>
            <p:cNvPr id="1327" name="Google Shape;1327;p41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1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1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1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1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1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3" name="Google Shape;1333;p41"/>
          <p:cNvSpPr txBox="1"/>
          <p:nvPr>
            <p:ph idx="1" type="subTitle"/>
          </p:nvPr>
        </p:nvSpPr>
        <p:spPr>
          <a:xfrm>
            <a:off x="5904300" y="1656375"/>
            <a:ext cx="25110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Trawlers are by far the most dominant vessel type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Extremely efficient but destructive fishing method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Besides general fishing vessels other categories </a:t>
            </a:r>
            <a:r>
              <a:rPr lang="en"/>
              <a:t>lag behind</a:t>
            </a:r>
            <a:endParaRPr/>
          </a:p>
        </p:txBody>
      </p:sp>
      <p:pic>
        <p:nvPicPr>
          <p:cNvPr id="1334" name="Google Shape;133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61" y="1561250"/>
            <a:ext cx="5622439" cy="28078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2"/>
          <p:cNvSpPr txBox="1"/>
          <p:nvPr>
            <p:ph type="title"/>
          </p:nvPr>
        </p:nvSpPr>
        <p:spPr>
          <a:xfrm>
            <a:off x="464850" y="1021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1340" name="Google Shape;1340;p42"/>
          <p:cNvSpPr txBox="1"/>
          <p:nvPr>
            <p:ph idx="1" type="subTitle"/>
          </p:nvPr>
        </p:nvSpPr>
        <p:spPr>
          <a:xfrm>
            <a:off x="201700" y="769325"/>
            <a:ext cx="71847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What is the percentage split of the amount of active hours vs the amount of fishing hours over this dataset?</a:t>
            </a:r>
            <a:endParaRPr/>
          </a:p>
        </p:txBody>
      </p:sp>
      <p:grpSp>
        <p:nvGrpSpPr>
          <p:cNvPr id="1341" name="Google Shape;1341;p42"/>
          <p:cNvGrpSpPr/>
          <p:nvPr/>
        </p:nvGrpSpPr>
        <p:grpSpPr>
          <a:xfrm>
            <a:off x="2306063" y="4135863"/>
            <a:ext cx="1399975" cy="635600"/>
            <a:chOff x="3996175" y="2416275"/>
            <a:chExt cx="1399975" cy="635600"/>
          </a:xfrm>
        </p:grpSpPr>
        <p:sp>
          <p:nvSpPr>
            <p:cNvPr id="1342" name="Google Shape;1342;p42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2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2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2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2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2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8" name="Google Shape;1348;p42"/>
          <p:cNvSpPr txBox="1"/>
          <p:nvPr>
            <p:ph idx="1" type="subTitle"/>
          </p:nvPr>
        </p:nvSpPr>
        <p:spPr>
          <a:xfrm>
            <a:off x="4277500" y="1736150"/>
            <a:ext cx="31089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Mass fishing is not as effective as I thought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Almost a 75/25 split of fishing downtime to actual fishing time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Has to do with overfishing of coastal waters, pushing fishing further from shore</a:t>
            </a:r>
            <a:endParaRPr/>
          </a:p>
        </p:txBody>
      </p:sp>
      <p:pic>
        <p:nvPicPr>
          <p:cNvPr id="1349" name="Google Shape;13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250" y="1584625"/>
            <a:ext cx="2953044" cy="2655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3"/>
          <p:cNvSpPr txBox="1"/>
          <p:nvPr>
            <p:ph type="title"/>
          </p:nvPr>
        </p:nvSpPr>
        <p:spPr>
          <a:xfrm>
            <a:off x="464850" y="1021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4</a:t>
            </a:r>
            <a:endParaRPr/>
          </a:p>
        </p:txBody>
      </p:sp>
      <p:sp>
        <p:nvSpPr>
          <p:cNvPr id="1355" name="Google Shape;1355;p43"/>
          <p:cNvSpPr txBox="1"/>
          <p:nvPr>
            <p:ph idx="1" type="subTitle"/>
          </p:nvPr>
        </p:nvSpPr>
        <p:spPr>
          <a:xfrm>
            <a:off x="201700" y="769325"/>
            <a:ext cx="71847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What are the gross tonnage totals for each country's fishing fleet?</a:t>
            </a:r>
            <a:endParaRPr/>
          </a:p>
        </p:txBody>
      </p:sp>
      <p:grpSp>
        <p:nvGrpSpPr>
          <p:cNvPr id="1356" name="Google Shape;1356;p43"/>
          <p:cNvGrpSpPr/>
          <p:nvPr/>
        </p:nvGrpSpPr>
        <p:grpSpPr>
          <a:xfrm>
            <a:off x="2306063" y="4135863"/>
            <a:ext cx="1399975" cy="635600"/>
            <a:chOff x="3996175" y="2416275"/>
            <a:chExt cx="1399975" cy="635600"/>
          </a:xfrm>
        </p:grpSpPr>
        <p:sp>
          <p:nvSpPr>
            <p:cNvPr id="1357" name="Google Shape;1357;p4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4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3" name="Google Shape;1363;p43"/>
          <p:cNvSpPr txBox="1"/>
          <p:nvPr>
            <p:ph idx="1" type="subTitle"/>
          </p:nvPr>
        </p:nvSpPr>
        <p:spPr>
          <a:xfrm>
            <a:off x="6055800" y="1381950"/>
            <a:ext cx="23433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Discrepancy</a:t>
            </a:r>
            <a:r>
              <a:rPr lang="en"/>
              <a:t> between fleet tonnage and size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Has to do with the type of fish being targeted due to the waters of the country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Fleet size isn’t the only problem here</a:t>
            </a:r>
            <a:endParaRPr/>
          </a:p>
        </p:txBody>
      </p:sp>
      <p:pic>
        <p:nvPicPr>
          <p:cNvPr id="1364" name="Google Shape;136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25" y="1381951"/>
            <a:ext cx="5973926" cy="26980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4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370" name="Google Shape;1370;p44"/>
          <p:cNvSpPr txBox="1"/>
          <p:nvPr>
            <p:ph idx="1" type="subTitle"/>
          </p:nvPr>
        </p:nvSpPr>
        <p:spPr>
          <a:xfrm>
            <a:off x="720000" y="1279675"/>
            <a:ext cx="4294800" cy="3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Want to connect my findings a dataset that can visualize what types of fish are being caught around the world and in what numbers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Will allow me to strengthen my argument of the extreme scale of industrialized fishing and its harmful effects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Could bring more awareness to my topic</a:t>
            </a:r>
            <a:endParaRPr/>
          </a:p>
        </p:txBody>
      </p:sp>
      <p:grpSp>
        <p:nvGrpSpPr>
          <p:cNvPr id="1371" name="Google Shape;1371;p44"/>
          <p:cNvGrpSpPr/>
          <p:nvPr/>
        </p:nvGrpSpPr>
        <p:grpSpPr>
          <a:xfrm>
            <a:off x="6494369" y="1329461"/>
            <a:ext cx="1209129" cy="1315529"/>
            <a:chOff x="4449500" y="2056400"/>
            <a:chExt cx="2948375" cy="3207825"/>
          </a:xfrm>
        </p:grpSpPr>
        <p:sp>
          <p:nvSpPr>
            <p:cNvPr id="1372" name="Google Shape;1372;p44"/>
            <p:cNvSpPr/>
            <p:nvPr/>
          </p:nvSpPr>
          <p:spPr>
            <a:xfrm>
              <a:off x="5743150" y="4415250"/>
              <a:ext cx="799400" cy="848975"/>
            </a:xfrm>
            <a:custGeom>
              <a:rect b="b" l="l" r="r" t="t"/>
              <a:pathLst>
                <a:path extrusionOk="0" h="33959" w="31976">
                  <a:moveTo>
                    <a:pt x="31975" y="1"/>
                  </a:moveTo>
                  <a:cubicBezTo>
                    <a:pt x="31975" y="1"/>
                    <a:pt x="18332" y="2719"/>
                    <a:pt x="14336" y="6049"/>
                  </a:cubicBezTo>
                  <a:cubicBezTo>
                    <a:pt x="10339" y="9353"/>
                    <a:pt x="4370" y="14576"/>
                    <a:pt x="2185" y="18866"/>
                  </a:cubicBezTo>
                  <a:cubicBezTo>
                    <a:pt x="0" y="23182"/>
                    <a:pt x="5969" y="31789"/>
                    <a:pt x="9140" y="33361"/>
                  </a:cubicBezTo>
                  <a:cubicBezTo>
                    <a:pt x="9881" y="33735"/>
                    <a:pt x="10759" y="33959"/>
                    <a:pt x="11735" y="33959"/>
                  </a:cubicBezTo>
                  <a:cubicBezTo>
                    <a:pt x="14933" y="33959"/>
                    <a:pt x="19194" y="31558"/>
                    <a:pt x="23235" y="24168"/>
                  </a:cubicBezTo>
                  <a:cubicBezTo>
                    <a:pt x="28538" y="14496"/>
                    <a:pt x="31975" y="1"/>
                    <a:pt x="31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44"/>
            <p:cNvSpPr/>
            <p:nvPr/>
          </p:nvSpPr>
          <p:spPr>
            <a:xfrm>
              <a:off x="4653325" y="2508750"/>
              <a:ext cx="820725" cy="1342975"/>
            </a:xfrm>
            <a:custGeom>
              <a:rect b="b" l="l" r="r" t="t"/>
              <a:pathLst>
                <a:path extrusionOk="0" h="53719" w="32829">
                  <a:moveTo>
                    <a:pt x="28885" y="0"/>
                  </a:moveTo>
                  <a:lnTo>
                    <a:pt x="28885" y="0"/>
                  </a:lnTo>
                  <a:cubicBezTo>
                    <a:pt x="32349" y="4557"/>
                    <a:pt x="28059" y="7914"/>
                    <a:pt x="23422" y="10446"/>
                  </a:cubicBezTo>
                  <a:cubicBezTo>
                    <a:pt x="18120" y="13297"/>
                    <a:pt x="12684" y="13616"/>
                    <a:pt x="6342" y="25074"/>
                  </a:cubicBezTo>
                  <a:cubicBezTo>
                    <a:pt x="1" y="36558"/>
                    <a:pt x="4077" y="43806"/>
                    <a:pt x="5889" y="46364"/>
                  </a:cubicBezTo>
                  <a:cubicBezTo>
                    <a:pt x="7269" y="48317"/>
                    <a:pt x="8802" y="51287"/>
                    <a:pt x="8498" y="53560"/>
                  </a:cubicBezTo>
                  <a:lnTo>
                    <a:pt x="8498" y="53560"/>
                  </a:lnTo>
                  <a:cubicBezTo>
                    <a:pt x="12552" y="27446"/>
                    <a:pt x="32615" y="20973"/>
                    <a:pt x="32775" y="9087"/>
                  </a:cubicBezTo>
                  <a:cubicBezTo>
                    <a:pt x="32828" y="5090"/>
                    <a:pt x="31150" y="2132"/>
                    <a:pt x="28885" y="0"/>
                  </a:cubicBezTo>
                  <a:close/>
                  <a:moveTo>
                    <a:pt x="8498" y="53560"/>
                  </a:moveTo>
                  <a:lnTo>
                    <a:pt x="8498" y="53560"/>
                  </a:lnTo>
                  <a:cubicBezTo>
                    <a:pt x="8490" y="53613"/>
                    <a:pt x="8482" y="53666"/>
                    <a:pt x="8474" y="53718"/>
                  </a:cubicBezTo>
                  <a:cubicBezTo>
                    <a:pt x="8483" y="53666"/>
                    <a:pt x="8491" y="53613"/>
                    <a:pt x="8498" y="53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4"/>
            <p:cNvSpPr/>
            <p:nvPr/>
          </p:nvSpPr>
          <p:spPr>
            <a:xfrm>
              <a:off x="4552075" y="2056400"/>
              <a:ext cx="2845800" cy="3062200"/>
            </a:xfrm>
            <a:custGeom>
              <a:rect b="b" l="l" r="r" t="t"/>
              <a:pathLst>
                <a:path extrusionOk="0" h="122488" w="113832">
                  <a:moveTo>
                    <a:pt x="3378" y="0"/>
                  </a:moveTo>
                  <a:cubicBezTo>
                    <a:pt x="3352" y="0"/>
                    <a:pt x="3328" y="1"/>
                    <a:pt x="3305" y="2"/>
                  </a:cubicBezTo>
                  <a:cubicBezTo>
                    <a:pt x="0" y="162"/>
                    <a:pt x="24595" y="10554"/>
                    <a:pt x="31096" y="16149"/>
                  </a:cubicBezTo>
                  <a:cubicBezTo>
                    <a:pt x="31869" y="16815"/>
                    <a:pt x="32482" y="17482"/>
                    <a:pt x="32961" y="18094"/>
                  </a:cubicBezTo>
                  <a:cubicBezTo>
                    <a:pt x="35200" y="20253"/>
                    <a:pt x="36878" y="23184"/>
                    <a:pt x="36825" y="27181"/>
                  </a:cubicBezTo>
                  <a:cubicBezTo>
                    <a:pt x="36665" y="39091"/>
                    <a:pt x="16521" y="45566"/>
                    <a:pt x="12524" y="71812"/>
                  </a:cubicBezTo>
                  <a:cubicBezTo>
                    <a:pt x="12391" y="72452"/>
                    <a:pt x="12124" y="73038"/>
                    <a:pt x="11618" y="73518"/>
                  </a:cubicBezTo>
                  <a:cubicBezTo>
                    <a:pt x="11334" y="73776"/>
                    <a:pt x="11000" y="73884"/>
                    <a:pt x="10665" y="73890"/>
                  </a:cubicBezTo>
                  <a:lnTo>
                    <a:pt x="10665" y="73890"/>
                  </a:lnTo>
                  <a:cubicBezTo>
                    <a:pt x="10663" y="73882"/>
                    <a:pt x="10661" y="73873"/>
                    <a:pt x="10659" y="73864"/>
                  </a:cubicBezTo>
                  <a:lnTo>
                    <a:pt x="10632" y="73891"/>
                  </a:lnTo>
                  <a:cubicBezTo>
                    <a:pt x="10643" y="73891"/>
                    <a:pt x="10654" y="73891"/>
                    <a:pt x="10665" y="73890"/>
                  </a:cubicBezTo>
                  <a:lnTo>
                    <a:pt x="10665" y="73890"/>
                  </a:lnTo>
                  <a:cubicBezTo>
                    <a:pt x="11411" y="77231"/>
                    <a:pt x="12655" y="84144"/>
                    <a:pt x="11991" y="92116"/>
                  </a:cubicBezTo>
                  <a:cubicBezTo>
                    <a:pt x="12349" y="91793"/>
                    <a:pt x="12671" y="91640"/>
                    <a:pt x="12966" y="91640"/>
                  </a:cubicBezTo>
                  <a:cubicBezTo>
                    <a:pt x="14273" y="91640"/>
                    <a:pt x="15028" y="94654"/>
                    <a:pt x="15855" y="99178"/>
                  </a:cubicBezTo>
                  <a:cubicBezTo>
                    <a:pt x="17001" y="105493"/>
                    <a:pt x="12817" y="117989"/>
                    <a:pt x="12417" y="121267"/>
                  </a:cubicBezTo>
                  <a:cubicBezTo>
                    <a:pt x="12391" y="121427"/>
                    <a:pt x="12790" y="121720"/>
                    <a:pt x="12790" y="121853"/>
                  </a:cubicBezTo>
                  <a:cubicBezTo>
                    <a:pt x="13101" y="122299"/>
                    <a:pt x="13892" y="122488"/>
                    <a:pt x="15056" y="122488"/>
                  </a:cubicBezTo>
                  <a:cubicBezTo>
                    <a:pt x="17090" y="122488"/>
                    <a:pt x="20264" y="121913"/>
                    <a:pt x="24008" y="121134"/>
                  </a:cubicBezTo>
                  <a:cubicBezTo>
                    <a:pt x="29897" y="119935"/>
                    <a:pt x="36585" y="117616"/>
                    <a:pt x="42634" y="112927"/>
                  </a:cubicBezTo>
                  <a:cubicBezTo>
                    <a:pt x="48682" y="108264"/>
                    <a:pt x="54784" y="108850"/>
                    <a:pt x="72903" y="100403"/>
                  </a:cubicBezTo>
                  <a:cubicBezTo>
                    <a:pt x="91023" y="91930"/>
                    <a:pt x="93447" y="87400"/>
                    <a:pt x="99469" y="81218"/>
                  </a:cubicBezTo>
                  <a:cubicBezTo>
                    <a:pt x="105518" y="75036"/>
                    <a:pt x="112313" y="72612"/>
                    <a:pt x="113059" y="71413"/>
                  </a:cubicBezTo>
                  <a:cubicBezTo>
                    <a:pt x="113832" y="70187"/>
                    <a:pt x="109435" y="69601"/>
                    <a:pt x="109435" y="69601"/>
                  </a:cubicBezTo>
                  <a:cubicBezTo>
                    <a:pt x="109435" y="69601"/>
                    <a:pt x="112286" y="64671"/>
                    <a:pt x="111407" y="64458"/>
                  </a:cubicBezTo>
                  <a:cubicBezTo>
                    <a:pt x="102640" y="62353"/>
                    <a:pt x="97524" y="58276"/>
                    <a:pt x="90863" y="44847"/>
                  </a:cubicBezTo>
                  <a:cubicBezTo>
                    <a:pt x="84228" y="31391"/>
                    <a:pt x="72610" y="24596"/>
                    <a:pt x="57209" y="17961"/>
                  </a:cubicBezTo>
                  <a:cubicBezTo>
                    <a:pt x="41914" y="11372"/>
                    <a:pt x="7120" y="0"/>
                    <a:pt x="3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4"/>
            <p:cNvSpPr/>
            <p:nvPr/>
          </p:nvSpPr>
          <p:spPr>
            <a:xfrm>
              <a:off x="4825200" y="3723125"/>
              <a:ext cx="2572000" cy="1395150"/>
            </a:xfrm>
            <a:custGeom>
              <a:rect b="b" l="l" r="r" t="t"/>
              <a:pathLst>
                <a:path extrusionOk="0" h="55806" w="102880">
                  <a:moveTo>
                    <a:pt x="42925" y="0"/>
                  </a:moveTo>
                  <a:cubicBezTo>
                    <a:pt x="29224" y="0"/>
                    <a:pt x="13959" y="2066"/>
                    <a:pt x="0" y="8474"/>
                  </a:cubicBezTo>
                  <a:cubicBezTo>
                    <a:pt x="746" y="12125"/>
                    <a:pt x="1652" y="18386"/>
                    <a:pt x="1066" y="25447"/>
                  </a:cubicBezTo>
                  <a:cubicBezTo>
                    <a:pt x="1424" y="25124"/>
                    <a:pt x="1746" y="24971"/>
                    <a:pt x="2041" y="24971"/>
                  </a:cubicBezTo>
                  <a:cubicBezTo>
                    <a:pt x="3348" y="24971"/>
                    <a:pt x="4103" y="27985"/>
                    <a:pt x="4930" y="32509"/>
                  </a:cubicBezTo>
                  <a:cubicBezTo>
                    <a:pt x="6076" y="38824"/>
                    <a:pt x="1892" y="51320"/>
                    <a:pt x="1466" y="54571"/>
                  </a:cubicBezTo>
                  <a:cubicBezTo>
                    <a:pt x="1466" y="54758"/>
                    <a:pt x="1865" y="55051"/>
                    <a:pt x="1865" y="55157"/>
                  </a:cubicBezTo>
                  <a:cubicBezTo>
                    <a:pt x="2177" y="55614"/>
                    <a:pt x="2970" y="55805"/>
                    <a:pt x="4138" y="55805"/>
                  </a:cubicBezTo>
                  <a:cubicBezTo>
                    <a:pt x="6172" y="55805"/>
                    <a:pt x="9343" y="55226"/>
                    <a:pt x="13083" y="54465"/>
                  </a:cubicBezTo>
                  <a:cubicBezTo>
                    <a:pt x="18972" y="53266"/>
                    <a:pt x="25660" y="50947"/>
                    <a:pt x="31709" y="46258"/>
                  </a:cubicBezTo>
                  <a:cubicBezTo>
                    <a:pt x="37731" y="41595"/>
                    <a:pt x="43859" y="42181"/>
                    <a:pt x="61978" y="33734"/>
                  </a:cubicBezTo>
                  <a:cubicBezTo>
                    <a:pt x="80098" y="25261"/>
                    <a:pt x="82522" y="20731"/>
                    <a:pt x="88544" y="14549"/>
                  </a:cubicBezTo>
                  <a:cubicBezTo>
                    <a:pt x="94593" y="8367"/>
                    <a:pt x="101388" y="5943"/>
                    <a:pt x="102134" y="4744"/>
                  </a:cubicBezTo>
                  <a:cubicBezTo>
                    <a:pt x="102880" y="3518"/>
                    <a:pt x="98510" y="2932"/>
                    <a:pt x="98510" y="2932"/>
                  </a:cubicBezTo>
                  <a:cubicBezTo>
                    <a:pt x="98510" y="2932"/>
                    <a:pt x="99256" y="1653"/>
                    <a:pt x="99869" y="374"/>
                  </a:cubicBezTo>
                  <a:lnTo>
                    <a:pt x="99869" y="374"/>
                  </a:lnTo>
                  <a:cubicBezTo>
                    <a:pt x="94621" y="2676"/>
                    <a:pt x="90598" y="3787"/>
                    <a:pt x="84637" y="3787"/>
                  </a:cubicBezTo>
                  <a:cubicBezTo>
                    <a:pt x="79974" y="3787"/>
                    <a:pt x="74125" y="3107"/>
                    <a:pt x="65576" y="1786"/>
                  </a:cubicBezTo>
                  <a:cubicBezTo>
                    <a:pt x="59039" y="767"/>
                    <a:pt x="51272" y="0"/>
                    <a:pt x="42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4"/>
            <p:cNvSpPr/>
            <p:nvPr/>
          </p:nvSpPr>
          <p:spPr>
            <a:xfrm>
              <a:off x="6637775" y="3958275"/>
              <a:ext cx="273825" cy="325775"/>
            </a:xfrm>
            <a:custGeom>
              <a:rect b="b" l="l" r="r" t="t"/>
              <a:pathLst>
                <a:path extrusionOk="0" h="13031" w="10953">
                  <a:moveTo>
                    <a:pt x="1" y="1"/>
                  </a:moveTo>
                  <a:cubicBezTo>
                    <a:pt x="827" y="7621"/>
                    <a:pt x="5783" y="11512"/>
                    <a:pt x="8287" y="13030"/>
                  </a:cubicBezTo>
                  <a:cubicBezTo>
                    <a:pt x="9273" y="12178"/>
                    <a:pt x="10126" y="11378"/>
                    <a:pt x="10952" y="10526"/>
                  </a:cubicBezTo>
                  <a:cubicBezTo>
                    <a:pt x="5250" y="8900"/>
                    <a:pt x="1360" y="2639"/>
                    <a:pt x="1066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4"/>
            <p:cNvSpPr/>
            <p:nvPr/>
          </p:nvSpPr>
          <p:spPr>
            <a:xfrm>
              <a:off x="4861175" y="2476775"/>
              <a:ext cx="1730000" cy="2656400"/>
            </a:xfrm>
            <a:custGeom>
              <a:rect b="b" l="l" r="r" t="t"/>
              <a:pathLst>
                <a:path extrusionOk="0" h="106256" w="69200">
                  <a:moveTo>
                    <a:pt x="42074" y="0"/>
                  </a:moveTo>
                  <a:lnTo>
                    <a:pt x="42074" y="0"/>
                  </a:lnTo>
                  <a:cubicBezTo>
                    <a:pt x="46923" y="4477"/>
                    <a:pt x="50361" y="8820"/>
                    <a:pt x="52119" y="12924"/>
                  </a:cubicBezTo>
                  <a:cubicBezTo>
                    <a:pt x="54997" y="19558"/>
                    <a:pt x="51213" y="36319"/>
                    <a:pt x="48362" y="42074"/>
                  </a:cubicBezTo>
                  <a:cubicBezTo>
                    <a:pt x="45485" y="47803"/>
                    <a:pt x="43966" y="57156"/>
                    <a:pt x="42927" y="64563"/>
                  </a:cubicBezTo>
                  <a:cubicBezTo>
                    <a:pt x="41861" y="71971"/>
                    <a:pt x="44579" y="77247"/>
                    <a:pt x="34453" y="86439"/>
                  </a:cubicBezTo>
                  <a:cubicBezTo>
                    <a:pt x="26300" y="93874"/>
                    <a:pt x="7141" y="101707"/>
                    <a:pt x="27" y="104452"/>
                  </a:cubicBezTo>
                  <a:cubicBezTo>
                    <a:pt x="27" y="104612"/>
                    <a:pt x="0" y="104745"/>
                    <a:pt x="0" y="104852"/>
                  </a:cubicBezTo>
                  <a:cubicBezTo>
                    <a:pt x="0" y="105879"/>
                    <a:pt x="1004" y="106256"/>
                    <a:pt x="2610" y="106256"/>
                  </a:cubicBezTo>
                  <a:cubicBezTo>
                    <a:pt x="4794" y="106256"/>
                    <a:pt x="8090" y="105558"/>
                    <a:pt x="11485" y="104852"/>
                  </a:cubicBezTo>
                  <a:cubicBezTo>
                    <a:pt x="17373" y="103653"/>
                    <a:pt x="24301" y="101228"/>
                    <a:pt x="30350" y="96565"/>
                  </a:cubicBezTo>
                  <a:cubicBezTo>
                    <a:pt x="33414" y="94193"/>
                    <a:pt x="36478" y="93047"/>
                    <a:pt x="41141" y="91395"/>
                  </a:cubicBezTo>
                  <a:cubicBezTo>
                    <a:pt x="45644" y="89797"/>
                    <a:pt x="50521" y="89397"/>
                    <a:pt x="60859" y="84281"/>
                  </a:cubicBezTo>
                  <a:cubicBezTo>
                    <a:pt x="62884" y="83268"/>
                    <a:pt x="64403" y="81723"/>
                    <a:pt x="66082" y="80870"/>
                  </a:cubicBezTo>
                  <a:cubicBezTo>
                    <a:pt x="66881" y="76714"/>
                    <a:pt x="67281" y="72610"/>
                    <a:pt x="67521" y="69386"/>
                  </a:cubicBezTo>
                  <a:cubicBezTo>
                    <a:pt x="67974" y="63204"/>
                    <a:pt x="69199" y="51560"/>
                    <a:pt x="68880" y="33015"/>
                  </a:cubicBezTo>
                  <a:cubicBezTo>
                    <a:pt x="68720" y="22783"/>
                    <a:pt x="64110" y="14283"/>
                    <a:pt x="60007" y="8740"/>
                  </a:cubicBezTo>
                  <a:cubicBezTo>
                    <a:pt x="55477" y="5969"/>
                    <a:pt x="50414" y="3544"/>
                    <a:pt x="44845" y="1146"/>
                  </a:cubicBezTo>
                  <a:cubicBezTo>
                    <a:pt x="43992" y="773"/>
                    <a:pt x="43060" y="400"/>
                    <a:pt x="420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4"/>
            <p:cNvSpPr/>
            <p:nvPr/>
          </p:nvSpPr>
          <p:spPr>
            <a:xfrm>
              <a:off x="4905800" y="2322900"/>
              <a:ext cx="963925" cy="2532700"/>
            </a:xfrm>
            <a:custGeom>
              <a:rect b="b" l="l" r="r" t="t"/>
              <a:pathLst>
                <a:path extrusionOk="0" h="101308" w="38557">
                  <a:moveTo>
                    <a:pt x="8234" y="0"/>
                  </a:moveTo>
                  <a:lnTo>
                    <a:pt x="8234" y="0"/>
                  </a:lnTo>
                  <a:cubicBezTo>
                    <a:pt x="11884" y="1999"/>
                    <a:pt x="15109" y="3944"/>
                    <a:pt x="16921" y="5489"/>
                  </a:cubicBezTo>
                  <a:cubicBezTo>
                    <a:pt x="17160" y="5702"/>
                    <a:pt x="17347" y="5889"/>
                    <a:pt x="17533" y="6076"/>
                  </a:cubicBezTo>
                  <a:cubicBezTo>
                    <a:pt x="34374" y="15828"/>
                    <a:pt x="22090" y="29284"/>
                    <a:pt x="16068" y="36905"/>
                  </a:cubicBezTo>
                  <a:cubicBezTo>
                    <a:pt x="9726" y="44898"/>
                    <a:pt x="5969" y="62565"/>
                    <a:pt x="2931" y="73729"/>
                  </a:cubicBezTo>
                  <a:cubicBezTo>
                    <a:pt x="2079" y="76873"/>
                    <a:pt x="1040" y="79644"/>
                    <a:pt x="0" y="82016"/>
                  </a:cubicBezTo>
                  <a:cubicBezTo>
                    <a:pt x="640" y="83268"/>
                    <a:pt x="1146" y="85586"/>
                    <a:pt x="1679" y="88518"/>
                  </a:cubicBezTo>
                  <a:cubicBezTo>
                    <a:pt x="2292" y="91848"/>
                    <a:pt x="1439" y="96831"/>
                    <a:pt x="427" y="101308"/>
                  </a:cubicBezTo>
                  <a:cubicBezTo>
                    <a:pt x="2772" y="99043"/>
                    <a:pt x="4903" y="96431"/>
                    <a:pt x="5969" y="93953"/>
                  </a:cubicBezTo>
                  <a:cubicBezTo>
                    <a:pt x="8527" y="87931"/>
                    <a:pt x="11245" y="84148"/>
                    <a:pt x="18493" y="73276"/>
                  </a:cubicBezTo>
                  <a:cubicBezTo>
                    <a:pt x="25740" y="62405"/>
                    <a:pt x="29657" y="51853"/>
                    <a:pt x="33148" y="40076"/>
                  </a:cubicBezTo>
                  <a:lnTo>
                    <a:pt x="33121" y="40076"/>
                  </a:lnTo>
                  <a:cubicBezTo>
                    <a:pt x="36612" y="28298"/>
                    <a:pt x="38557" y="18466"/>
                    <a:pt x="30110" y="10632"/>
                  </a:cubicBezTo>
                  <a:cubicBezTo>
                    <a:pt x="24301" y="5223"/>
                    <a:pt x="14069" y="1706"/>
                    <a:pt x="82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4"/>
            <p:cNvSpPr/>
            <p:nvPr/>
          </p:nvSpPr>
          <p:spPr>
            <a:xfrm>
              <a:off x="4449500" y="3738150"/>
              <a:ext cx="419025" cy="1007450"/>
            </a:xfrm>
            <a:custGeom>
              <a:rect b="b" l="l" r="r" t="t"/>
              <a:pathLst>
                <a:path extrusionOk="0" h="40298" w="16761">
                  <a:moveTo>
                    <a:pt x="6707" y="1"/>
                  </a:moveTo>
                  <a:cubicBezTo>
                    <a:pt x="4788" y="1"/>
                    <a:pt x="1467" y="3921"/>
                    <a:pt x="773" y="15147"/>
                  </a:cubicBezTo>
                  <a:cubicBezTo>
                    <a:pt x="0" y="27245"/>
                    <a:pt x="5303" y="38116"/>
                    <a:pt x="6955" y="40061"/>
                  </a:cubicBezTo>
                  <a:cubicBezTo>
                    <a:pt x="7090" y="40222"/>
                    <a:pt x="7236" y="40298"/>
                    <a:pt x="7392" y="40298"/>
                  </a:cubicBezTo>
                  <a:cubicBezTo>
                    <a:pt x="9148" y="40298"/>
                    <a:pt x="12173" y="30780"/>
                    <a:pt x="14815" y="26498"/>
                  </a:cubicBezTo>
                  <a:cubicBezTo>
                    <a:pt x="15295" y="25726"/>
                    <a:pt x="15694" y="25193"/>
                    <a:pt x="16094" y="24846"/>
                  </a:cubicBezTo>
                  <a:cubicBezTo>
                    <a:pt x="16760" y="16879"/>
                    <a:pt x="15508" y="9925"/>
                    <a:pt x="14735" y="6621"/>
                  </a:cubicBezTo>
                  <a:cubicBezTo>
                    <a:pt x="12337" y="6514"/>
                    <a:pt x="8687" y="599"/>
                    <a:pt x="7114" y="66"/>
                  </a:cubicBezTo>
                  <a:cubicBezTo>
                    <a:pt x="6988" y="23"/>
                    <a:pt x="6852" y="1"/>
                    <a:pt x="6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4"/>
            <p:cNvSpPr/>
            <p:nvPr/>
          </p:nvSpPr>
          <p:spPr>
            <a:xfrm>
              <a:off x="6752350" y="3492650"/>
              <a:ext cx="204525" cy="204525"/>
            </a:xfrm>
            <a:custGeom>
              <a:rect b="b" l="l" r="r" t="t"/>
              <a:pathLst>
                <a:path extrusionOk="0" h="8181" w="8181">
                  <a:moveTo>
                    <a:pt x="4104" y="0"/>
                  </a:moveTo>
                  <a:cubicBezTo>
                    <a:pt x="1839" y="0"/>
                    <a:pt x="1" y="1839"/>
                    <a:pt x="1" y="4077"/>
                  </a:cubicBezTo>
                  <a:cubicBezTo>
                    <a:pt x="1" y="6342"/>
                    <a:pt x="1839" y="8181"/>
                    <a:pt x="4104" y="8181"/>
                  </a:cubicBezTo>
                  <a:cubicBezTo>
                    <a:pt x="6342" y="8181"/>
                    <a:pt x="8181" y="6342"/>
                    <a:pt x="8181" y="4077"/>
                  </a:cubicBezTo>
                  <a:cubicBezTo>
                    <a:pt x="8181" y="1839"/>
                    <a:pt x="6342" y="0"/>
                    <a:pt x="4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4"/>
            <p:cNvSpPr/>
            <p:nvPr/>
          </p:nvSpPr>
          <p:spPr>
            <a:xfrm>
              <a:off x="6401950" y="3459400"/>
              <a:ext cx="281150" cy="552250"/>
            </a:xfrm>
            <a:custGeom>
              <a:rect b="b" l="l" r="r" t="t"/>
              <a:pathLst>
                <a:path extrusionOk="0" h="22090" w="11246">
                  <a:moveTo>
                    <a:pt x="4858" y="1"/>
                  </a:moveTo>
                  <a:cubicBezTo>
                    <a:pt x="4608" y="1"/>
                    <a:pt x="4385" y="85"/>
                    <a:pt x="4211" y="264"/>
                  </a:cubicBezTo>
                  <a:cubicBezTo>
                    <a:pt x="1813" y="2742"/>
                    <a:pt x="1" y="7592"/>
                    <a:pt x="827" y="11962"/>
                  </a:cubicBezTo>
                  <a:cubicBezTo>
                    <a:pt x="1644" y="16283"/>
                    <a:pt x="9548" y="22090"/>
                    <a:pt x="10445" y="22090"/>
                  </a:cubicBezTo>
                  <a:cubicBezTo>
                    <a:pt x="10455" y="22090"/>
                    <a:pt x="10464" y="22089"/>
                    <a:pt x="10473" y="22087"/>
                  </a:cubicBezTo>
                  <a:cubicBezTo>
                    <a:pt x="11246" y="21927"/>
                    <a:pt x="8288" y="5487"/>
                    <a:pt x="7702" y="3142"/>
                  </a:cubicBezTo>
                  <a:cubicBezTo>
                    <a:pt x="7214" y="1276"/>
                    <a:pt x="5832" y="1"/>
                    <a:pt x="4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2" name="Google Shape;1382;p44"/>
          <p:cNvGrpSpPr/>
          <p:nvPr/>
        </p:nvGrpSpPr>
        <p:grpSpPr>
          <a:xfrm>
            <a:off x="6427647" y="3434371"/>
            <a:ext cx="865399" cy="579551"/>
            <a:chOff x="3420300" y="450375"/>
            <a:chExt cx="1714000" cy="1147852"/>
          </a:xfrm>
        </p:grpSpPr>
        <p:sp>
          <p:nvSpPr>
            <p:cNvPr id="1383" name="Google Shape;1383;p44"/>
            <p:cNvSpPr/>
            <p:nvPr/>
          </p:nvSpPr>
          <p:spPr>
            <a:xfrm>
              <a:off x="3577500" y="1062550"/>
              <a:ext cx="593575" cy="446900"/>
            </a:xfrm>
            <a:custGeom>
              <a:rect b="b" l="l" r="r" t="t"/>
              <a:pathLst>
                <a:path extrusionOk="0" h="17876" w="23743">
                  <a:moveTo>
                    <a:pt x="23236" y="0"/>
                  </a:moveTo>
                  <a:lnTo>
                    <a:pt x="4450" y="613"/>
                  </a:lnTo>
                  <a:cubicBezTo>
                    <a:pt x="2159" y="5569"/>
                    <a:pt x="1" y="10339"/>
                    <a:pt x="3038" y="14416"/>
                  </a:cubicBezTo>
                  <a:cubicBezTo>
                    <a:pt x="4749" y="16678"/>
                    <a:pt x="8870" y="17876"/>
                    <a:pt x="13368" y="17876"/>
                  </a:cubicBezTo>
                  <a:cubicBezTo>
                    <a:pt x="16925" y="17876"/>
                    <a:pt x="20718" y="17126"/>
                    <a:pt x="23742" y="15562"/>
                  </a:cubicBezTo>
                  <a:lnTo>
                    <a:pt x="232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44"/>
            <p:cNvSpPr/>
            <p:nvPr/>
          </p:nvSpPr>
          <p:spPr>
            <a:xfrm>
              <a:off x="3646125" y="450375"/>
              <a:ext cx="960600" cy="595550"/>
            </a:xfrm>
            <a:custGeom>
              <a:rect b="b" l="l" r="r" t="t"/>
              <a:pathLst>
                <a:path extrusionOk="0" h="23822" w="38424">
                  <a:moveTo>
                    <a:pt x="21983" y="0"/>
                  </a:moveTo>
                  <a:cubicBezTo>
                    <a:pt x="22303" y="213"/>
                    <a:pt x="22649" y="426"/>
                    <a:pt x="22942" y="666"/>
                  </a:cubicBezTo>
                  <a:cubicBezTo>
                    <a:pt x="23448" y="1039"/>
                    <a:pt x="23955" y="1359"/>
                    <a:pt x="24328" y="1679"/>
                  </a:cubicBezTo>
                  <a:cubicBezTo>
                    <a:pt x="25127" y="2318"/>
                    <a:pt x="25660" y="2745"/>
                    <a:pt x="25660" y="2745"/>
                  </a:cubicBezTo>
                  <a:lnTo>
                    <a:pt x="25420" y="3038"/>
                  </a:lnTo>
                  <a:cubicBezTo>
                    <a:pt x="25420" y="3038"/>
                    <a:pt x="24861" y="2691"/>
                    <a:pt x="24008" y="2185"/>
                  </a:cubicBezTo>
                  <a:cubicBezTo>
                    <a:pt x="23582" y="1918"/>
                    <a:pt x="23049" y="1679"/>
                    <a:pt x="22516" y="1386"/>
                  </a:cubicBezTo>
                  <a:cubicBezTo>
                    <a:pt x="21983" y="1092"/>
                    <a:pt x="21370" y="853"/>
                    <a:pt x="20757" y="560"/>
                  </a:cubicBezTo>
                  <a:cubicBezTo>
                    <a:pt x="20411" y="400"/>
                    <a:pt x="20064" y="266"/>
                    <a:pt x="19718" y="133"/>
                  </a:cubicBezTo>
                  <a:cubicBezTo>
                    <a:pt x="7807" y="1252"/>
                    <a:pt x="0" y="8500"/>
                    <a:pt x="1626" y="23821"/>
                  </a:cubicBezTo>
                  <a:lnTo>
                    <a:pt x="38423" y="22622"/>
                  </a:lnTo>
                  <a:lnTo>
                    <a:pt x="38077" y="11751"/>
                  </a:lnTo>
                  <a:cubicBezTo>
                    <a:pt x="37704" y="9832"/>
                    <a:pt x="36718" y="7381"/>
                    <a:pt x="34800" y="5196"/>
                  </a:cubicBezTo>
                  <a:lnTo>
                    <a:pt x="34800" y="5196"/>
                  </a:lnTo>
                  <a:cubicBezTo>
                    <a:pt x="34906" y="5462"/>
                    <a:pt x="35013" y="5729"/>
                    <a:pt x="35093" y="5995"/>
                  </a:cubicBezTo>
                  <a:cubicBezTo>
                    <a:pt x="35386" y="6955"/>
                    <a:pt x="35599" y="7594"/>
                    <a:pt x="35599" y="7594"/>
                  </a:cubicBezTo>
                  <a:lnTo>
                    <a:pt x="35253" y="7727"/>
                  </a:lnTo>
                  <a:cubicBezTo>
                    <a:pt x="35253" y="7727"/>
                    <a:pt x="34959" y="7114"/>
                    <a:pt x="34533" y="6235"/>
                  </a:cubicBezTo>
                  <a:cubicBezTo>
                    <a:pt x="34320" y="5782"/>
                    <a:pt x="34027" y="5276"/>
                    <a:pt x="33734" y="4743"/>
                  </a:cubicBezTo>
                  <a:cubicBezTo>
                    <a:pt x="33494" y="4290"/>
                    <a:pt x="33174" y="3837"/>
                    <a:pt x="32881" y="3357"/>
                  </a:cubicBezTo>
                  <a:cubicBezTo>
                    <a:pt x="32082" y="2718"/>
                    <a:pt x="31149" y="2132"/>
                    <a:pt x="30137" y="1652"/>
                  </a:cubicBezTo>
                  <a:lnTo>
                    <a:pt x="30137" y="1652"/>
                  </a:lnTo>
                  <a:cubicBezTo>
                    <a:pt x="30323" y="1918"/>
                    <a:pt x="30536" y="2212"/>
                    <a:pt x="30696" y="2478"/>
                  </a:cubicBezTo>
                  <a:cubicBezTo>
                    <a:pt x="31043" y="3011"/>
                    <a:pt x="31416" y="3491"/>
                    <a:pt x="31655" y="3944"/>
                  </a:cubicBezTo>
                  <a:cubicBezTo>
                    <a:pt x="32162" y="4796"/>
                    <a:pt x="32508" y="5382"/>
                    <a:pt x="32508" y="5382"/>
                  </a:cubicBezTo>
                  <a:lnTo>
                    <a:pt x="32188" y="5569"/>
                  </a:lnTo>
                  <a:cubicBezTo>
                    <a:pt x="32188" y="5569"/>
                    <a:pt x="31789" y="5063"/>
                    <a:pt x="31176" y="4290"/>
                  </a:cubicBezTo>
                  <a:cubicBezTo>
                    <a:pt x="30883" y="3890"/>
                    <a:pt x="30456" y="3464"/>
                    <a:pt x="30057" y="3011"/>
                  </a:cubicBezTo>
                  <a:cubicBezTo>
                    <a:pt x="29657" y="2531"/>
                    <a:pt x="29151" y="2078"/>
                    <a:pt x="28698" y="1625"/>
                  </a:cubicBezTo>
                  <a:cubicBezTo>
                    <a:pt x="28405" y="1332"/>
                    <a:pt x="28085" y="1039"/>
                    <a:pt x="27792" y="746"/>
                  </a:cubicBezTo>
                  <a:cubicBezTo>
                    <a:pt x="27259" y="613"/>
                    <a:pt x="26699" y="480"/>
                    <a:pt x="26140" y="346"/>
                  </a:cubicBezTo>
                  <a:lnTo>
                    <a:pt x="26140" y="346"/>
                  </a:lnTo>
                  <a:cubicBezTo>
                    <a:pt x="26593" y="799"/>
                    <a:pt x="27046" y="1226"/>
                    <a:pt x="27445" y="1652"/>
                  </a:cubicBezTo>
                  <a:cubicBezTo>
                    <a:pt x="27872" y="2132"/>
                    <a:pt x="28298" y="2531"/>
                    <a:pt x="28618" y="2931"/>
                  </a:cubicBezTo>
                  <a:cubicBezTo>
                    <a:pt x="29257" y="3704"/>
                    <a:pt x="29684" y="4237"/>
                    <a:pt x="29684" y="4237"/>
                  </a:cubicBezTo>
                  <a:lnTo>
                    <a:pt x="29417" y="4476"/>
                  </a:lnTo>
                  <a:cubicBezTo>
                    <a:pt x="29417" y="4476"/>
                    <a:pt x="28938" y="4024"/>
                    <a:pt x="28191" y="3357"/>
                  </a:cubicBezTo>
                  <a:cubicBezTo>
                    <a:pt x="27845" y="3011"/>
                    <a:pt x="27365" y="2691"/>
                    <a:pt x="26886" y="2292"/>
                  </a:cubicBezTo>
                  <a:cubicBezTo>
                    <a:pt x="26406" y="1892"/>
                    <a:pt x="25847" y="1519"/>
                    <a:pt x="25314" y="1146"/>
                  </a:cubicBezTo>
                  <a:cubicBezTo>
                    <a:pt x="24807" y="746"/>
                    <a:pt x="24221" y="426"/>
                    <a:pt x="23715" y="80"/>
                  </a:cubicBezTo>
                  <a:lnTo>
                    <a:pt x="23662" y="53"/>
                  </a:lnTo>
                  <a:cubicBezTo>
                    <a:pt x="23129" y="0"/>
                    <a:pt x="22569" y="0"/>
                    <a:pt x="21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44"/>
            <p:cNvSpPr/>
            <p:nvPr/>
          </p:nvSpPr>
          <p:spPr>
            <a:xfrm>
              <a:off x="3420300" y="680175"/>
              <a:ext cx="288450" cy="616325"/>
            </a:xfrm>
            <a:custGeom>
              <a:rect b="b" l="l" r="r" t="t"/>
              <a:pathLst>
                <a:path extrusionOk="0" h="24653" w="11538">
                  <a:moveTo>
                    <a:pt x="107" y="1"/>
                  </a:moveTo>
                  <a:cubicBezTo>
                    <a:pt x="2558" y="12498"/>
                    <a:pt x="0" y="24515"/>
                    <a:pt x="480" y="24648"/>
                  </a:cubicBezTo>
                  <a:cubicBezTo>
                    <a:pt x="490" y="24651"/>
                    <a:pt x="503" y="24653"/>
                    <a:pt x="519" y="24653"/>
                  </a:cubicBezTo>
                  <a:cubicBezTo>
                    <a:pt x="1316" y="24653"/>
                    <a:pt x="9403" y="20806"/>
                    <a:pt x="10579" y="15269"/>
                  </a:cubicBezTo>
                  <a:cubicBezTo>
                    <a:pt x="11538" y="10712"/>
                    <a:pt x="5622" y="2346"/>
                    <a:pt x="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4"/>
            <p:cNvSpPr/>
            <p:nvPr/>
          </p:nvSpPr>
          <p:spPr>
            <a:xfrm>
              <a:off x="3675425" y="615575"/>
              <a:ext cx="1458875" cy="836125"/>
            </a:xfrm>
            <a:custGeom>
              <a:rect b="b" l="l" r="r" t="t"/>
              <a:pathLst>
                <a:path extrusionOk="0" h="33445" w="58355">
                  <a:moveTo>
                    <a:pt x="24111" y="0"/>
                  </a:moveTo>
                  <a:cubicBezTo>
                    <a:pt x="23703" y="0"/>
                    <a:pt x="23287" y="9"/>
                    <a:pt x="22863" y="27"/>
                  </a:cubicBezTo>
                  <a:cubicBezTo>
                    <a:pt x="7834" y="693"/>
                    <a:pt x="2612" y="13190"/>
                    <a:pt x="1386" y="14842"/>
                  </a:cubicBezTo>
                  <a:cubicBezTo>
                    <a:pt x="134" y="16521"/>
                    <a:pt x="1" y="17506"/>
                    <a:pt x="214" y="18892"/>
                  </a:cubicBezTo>
                  <a:cubicBezTo>
                    <a:pt x="427" y="20278"/>
                    <a:pt x="2399" y="26006"/>
                    <a:pt x="8207" y="30323"/>
                  </a:cubicBezTo>
                  <a:cubicBezTo>
                    <a:pt x="11471" y="32733"/>
                    <a:pt x="15112" y="33444"/>
                    <a:pt x="19137" y="33444"/>
                  </a:cubicBezTo>
                  <a:cubicBezTo>
                    <a:pt x="22277" y="33444"/>
                    <a:pt x="25650" y="33012"/>
                    <a:pt x="29258" y="32615"/>
                  </a:cubicBezTo>
                  <a:cubicBezTo>
                    <a:pt x="37518" y="31682"/>
                    <a:pt x="41968" y="28964"/>
                    <a:pt x="46791" y="27072"/>
                  </a:cubicBezTo>
                  <a:cubicBezTo>
                    <a:pt x="51587" y="25180"/>
                    <a:pt x="56730" y="25607"/>
                    <a:pt x="57529" y="25314"/>
                  </a:cubicBezTo>
                  <a:cubicBezTo>
                    <a:pt x="58328" y="25021"/>
                    <a:pt x="56516" y="24195"/>
                    <a:pt x="56516" y="24195"/>
                  </a:cubicBezTo>
                  <a:cubicBezTo>
                    <a:pt x="56516" y="24195"/>
                    <a:pt x="58355" y="23635"/>
                    <a:pt x="56969" y="23182"/>
                  </a:cubicBezTo>
                  <a:cubicBezTo>
                    <a:pt x="55557" y="22756"/>
                    <a:pt x="48869" y="21184"/>
                    <a:pt x="46871" y="19452"/>
                  </a:cubicBezTo>
                  <a:cubicBezTo>
                    <a:pt x="44845" y="17746"/>
                    <a:pt x="40742" y="11058"/>
                    <a:pt x="38157" y="6688"/>
                  </a:cubicBezTo>
                  <a:cubicBezTo>
                    <a:pt x="35742" y="2536"/>
                    <a:pt x="31045" y="0"/>
                    <a:pt x="24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4"/>
            <p:cNvSpPr/>
            <p:nvPr/>
          </p:nvSpPr>
          <p:spPr>
            <a:xfrm>
              <a:off x="4436175" y="1123175"/>
              <a:ext cx="698125" cy="297125"/>
            </a:xfrm>
            <a:custGeom>
              <a:rect b="b" l="l" r="r" t="t"/>
              <a:pathLst>
                <a:path extrusionOk="0" h="11885" w="27925">
                  <a:moveTo>
                    <a:pt x="17773" y="0"/>
                  </a:moveTo>
                  <a:lnTo>
                    <a:pt x="293" y="1945"/>
                  </a:lnTo>
                  <a:cubicBezTo>
                    <a:pt x="293" y="1945"/>
                    <a:pt x="0" y="7008"/>
                    <a:pt x="1812" y="11884"/>
                  </a:cubicBezTo>
                  <a:cubicBezTo>
                    <a:pt x="8234" y="10712"/>
                    <a:pt x="12151" y="8420"/>
                    <a:pt x="16361" y="6768"/>
                  </a:cubicBezTo>
                  <a:cubicBezTo>
                    <a:pt x="21157" y="4876"/>
                    <a:pt x="26326" y="5303"/>
                    <a:pt x="27099" y="5010"/>
                  </a:cubicBezTo>
                  <a:cubicBezTo>
                    <a:pt x="27898" y="4717"/>
                    <a:pt x="26086" y="3891"/>
                    <a:pt x="26086" y="3891"/>
                  </a:cubicBezTo>
                  <a:cubicBezTo>
                    <a:pt x="26086" y="3891"/>
                    <a:pt x="27925" y="3331"/>
                    <a:pt x="26539" y="2878"/>
                  </a:cubicBezTo>
                  <a:cubicBezTo>
                    <a:pt x="25367" y="2532"/>
                    <a:pt x="20517" y="1359"/>
                    <a:pt x="177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44"/>
            <p:cNvSpPr/>
            <p:nvPr/>
          </p:nvSpPr>
          <p:spPr>
            <a:xfrm>
              <a:off x="4432825" y="726800"/>
              <a:ext cx="596900" cy="471875"/>
            </a:xfrm>
            <a:custGeom>
              <a:rect b="b" l="l" r="r" t="t"/>
              <a:pathLst>
                <a:path extrusionOk="0" h="18875" w="23876">
                  <a:moveTo>
                    <a:pt x="6209" y="1"/>
                  </a:moveTo>
                  <a:cubicBezTo>
                    <a:pt x="1413" y="6716"/>
                    <a:pt x="1" y="17267"/>
                    <a:pt x="427" y="17800"/>
                  </a:cubicBezTo>
                  <a:cubicBezTo>
                    <a:pt x="898" y="18395"/>
                    <a:pt x="13443" y="18875"/>
                    <a:pt x="19099" y="18875"/>
                  </a:cubicBezTo>
                  <a:cubicBezTo>
                    <a:pt x="19525" y="18875"/>
                    <a:pt x="19912" y="18872"/>
                    <a:pt x="20252" y="18866"/>
                  </a:cubicBezTo>
                  <a:cubicBezTo>
                    <a:pt x="22010" y="18840"/>
                    <a:pt x="23156" y="18440"/>
                    <a:pt x="23876" y="17960"/>
                  </a:cubicBezTo>
                  <a:cubicBezTo>
                    <a:pt x="21318" y="17241"/>
                    <a:pt x="17907" y="16175"/>
                    <a:pt x="16575" y="15003"/>
                  </a:cubicBezTo>
                  <a:cubicBezTo>
                    <a:pt x="14549" y="13297"/>
                    <a:pt x="10446" y="6609"/>
                    <a:pt x="7861" y="2239"/>
                  </a:cubicBezTo>
                  <a:cubicBezTo>
                    <a:pt x="7408" y="1413"/>
                    <a:pt x="6849" y="694"/>
                    <a:pt x="62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4"/>
            <p:cNvSpPr/>
            <p:nvPr/>
          </p:nvSpPr>
          <p:spPr>
            <a:xfrm>
              <a:off x="4036794" y="943288"/>
              <a:ext cx="427700" cy="337500"/>
            </a:xfrm>
            <a:custGeom>
              <a:rect b="b" l="l" r="r" t="t"/>
              <a:pathLst>
                <a:path extrusionOk="0" h="13500" w="17108">
                  <a:moveTo>
                    <a:pt x="0" y="0"/>
                  </a:moveTo>
                  <a:lnTo>
                    <a:pt x="0" y="0"/>
                  </a:lnTo>
                  <a:cubicBezTo>
                    <a:pt x="2452" y="5516"/>
                    <a:pt x="5596" y="10126"/>
                    <a:pt x="6049" y="11644"/>
                  </a:cubicBezTo>
                  <a:cubicBezTo>
                    <a:pt x="6502" y="13190"/>
                    <a:pt x="6022" y="13296"/>
                    <a:pt x="8207" y="13456"/>
                  </a:cubicBezTo>
                  <a:cubicBezTo>
                    <a:pt x="8545" y="13481"/>
                    <a:pt x="8947" y="13500"/>
                    <a:pt x="9391" y="13500"/>
                  </a:cubicBezTo>
                  <a:cubicBezTo>
                    <a:pt x="11852" y="13500"/>
                    <a:pt x="15617" y="12921"/>
                    <a:pt x="17107" y="9513"/>
                  </a:cubicBezTo>
                  <a:cubicBezTo>
                    <a:pt x="17107" y="9513"/>
                    <a:pt x="6715" y="426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4"/>
            <p:cNvSpPr/>
            <p:nvPr/>
          </p:nvSpPr>
          <p:spPr>
            <a:xfrm>
              <a:off x="4622675" y="1037175"/>
              <a:ext cx="97950" cy="96025"/>
            </a:xfrm>
            <a:custGeom>
              <a:rect b="b" l="l" r="r" t="t"/>
              <a:pathLst>
                <a:path extrusionOk="0" h="3841" w="3918">
                  <a:moveTo>
                    <a:pt x="1988" y="1"/>
                  </a:moveTo>
                  <a:cubicBezTo>
                    <a:pt x="1956" y="1"/>
                    <a:pt x="1925" y="1"/>
                    <a:pt x="1893" y="3"/>
                  </a:cubicBezTo>
                  <a:cubicBezTo>
                    <a:pt x="854" y="30"/>
                    <a:pt x="1" y="909"/>
                    <a:pt x="54" y="1975"/>
                  </a:cubicBezTo>
                  <a:cubicBezTo>
                    <a:pt x="80" y="3024"/>
                    <a:pt x="933" y="3841"/>
                    <a:pt x="1976" y="3841"/>
                  </a:cubicBezTo>
                  <a:cubicBezTo>
                    <a:pt x="1993" y="3841"/>
                    <a:pt x="2009" y="3840"/>
                    <a:pt x="2026" y="3840"/>
                  </a:cubicBezTo>
                  <a:cubicBezTo>
                    <a:pt x="3092" y="3813"/>
                    <a:pt x="3918" y="2907"/>
                    <a:pt x="3891" y="1841"/>
                  </a:cubicBezTo>
                  <a:cubicBezTo>
                    <a:pt x="3865" y="833"/>
                    <a:pt x="3012" y="1"/>
                    <a:pt x="1988" y="1"/>
                  </a:cubicBezTo>
                  <a:close/>
                </a:path>
              </a:pathLst>
            </a:custGeom>
            <a:solidFill>
              <a:srgbClr val="CEE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44"/>
            <p:cNvSpPr/>
            <p:nvPr/>
          </p:nvSpPr>
          <p:spPr>
            <a:xfrm>
              <a:off x="4640675" y="1054525"/>
              <a:ext cx="62650" cy="61350"/>
            </a:xfrm>
            <a:custGeom>
              <a:rect b="b" l="l" r="r" t="t"/>
              <a:pathLst>
                <a:path extrusionOk="0" h="2454" w="2506">
                  <a:moveTo>
                    <a:pt x="1249" y="1"/>
                  </a:moveTo>
                  <a:cubicBezTo>
                    <a:pt x="1233" y="1"/>
                    <a:pt x="1216" y="1"/>
                    <a:pt x="1199" y="2"/>
                  </a:cubicBezTo>
                  <a:cubicBezTo>
                    <a:pt x="533" y="28"/>
                    <a:pt x="0" y="588"/>
                    <a:pt x="27" y="1254"/>
                  </a:cubicBezTo>
                  <a:cubicBezTo>
                    <a:pt x="54" y="1920"/>
                    <a:pt x="613" y="2453"/>
                    <a:pt x="1279" y="2453"/>
                  </a:cubicBezTo>
                  <a:cubicBezTo>
                    <a:pt x="1972" y="2426"/>
                    <a:pt x="2505" y="1840"/>
                    <a:pt x="2478" y="1174"/>
                  </a:cubicBezTo>
                  <a:cubicBezTo>
                    <a:pt x="2452" y="524"/>
                    <a:pt x="1919" y="1"/>
                    <a:pt x="1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4"/>
            <p:cNvSpPr/>
            <p:nvPr/>
          </p:nvSpPr>
          <p:spPr>
            <a:xfrm>
              <a:off x="4226593" y="1420277"/>
              <a:ext cx="259150" cy="177950"/>
            </a:xfrm>
            <a:custGeom>
              <a:rect b="b" l="l" r="r" t="t"/>
              <a:pathLst>
                <a:path extrusionOk="0" h="7118" w="10366">
                  <a:moveTo>
                    <a:pt x="10175" y="0"/>
                  </a:moveTo>
                  <a:cubicBezTo>
                    <a:pt x="7689" y="0"/>
                    <a:pt x="4867" y="1497"/>
                    <a:pt x="3438" y="2588"/>
                  </a:cubicBezTo>
                  <a:cubicBezTo>
                    <a:pt x="3438" y="2588"/>
                    <a:pt x="1359" y="5279"/>
                    <a:pt x="0" y="7118"/>
                  </a:cubicBezTo>
                  <a:cubicBezTo>
                    <a:pt x="6662" y="5173"/>
                    <a:pt x="10366" y="3"/>
                    <a:pt x="10366" y="3"/>
                  </a:cubicBezTo>
                  <a:cubicBezTo>
                    <a:pt x="10302" y="1"/>
                    <a:pt x="10239" y="0"/>
                    <a:pt x="10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44"/>
          <p:cNvGrpSpPr/>
          <p:nvPr/>
        </p:nvGrpSpPr>
        <p:grpSpPr>
          <a:xfrm>
            <a:off x="2306063" y="4135863"/>
            <a:ext cx="1399975" cy="635600"/>
            <a:chOff x="3996175" y="2416275"/>
            <a:chExt cx="1399975" cy="635600"/>
          </a:xfrm>
        </p:grpSpPr>
        <p:sp>
          <p:nvSpPr>
            <p:cNvPr id="1394" name="Google Shape;1394;p44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4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4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4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4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4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4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Selection / Methodology</a:t>
            </a:r>
            <a:endParaRPr/>
          </a:p>
        </p:txBody>
      </p:sp>
      <p:sp>
        <p:nvSpPr>
          <p:cNvPr id="1405" name="Google Shape;1405;p45"/>
          <p:cNvSpPr txBox="1"/>
          <p:nvPr>
            <p:ph idx="1" type="subTitle"/>
          </p:nvPr>
        </p:nvSpPr>
        <p:spPr>
          <a:xfrm>
            <a:off x="720000" y="1279675"/>
            <a:ext cx="4294800" cy="3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CSV dataset selected from organization Global Fishing Watch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700,000+ vessel data entries analyzed via experts and machine learning algorithms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Was able to work with individual vessel data like tonnage, flag, vessel type, and length.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Tools used included Python Jupyter Notebooks with packages such as Numpy, Pandas, and MatPlotLib</a:t>
            </a:r>
            <a:endParaRPr/>
          </a:p>
        </p:txBody>
      </p:sp>
      <p:grpSp>
        <p:nvGrpSpPr>
          <p:cNvPr id="1406" name="Google Shape;1406;p45"/>
          <p:cNvGrpSpPr/>
          <p:nvPr/>
        </p:nvGrpSpPr>
        <p:grpSpPr>
          <a:xfrm>
            <a:off x="6494369" y="1329461"/>
            <a:ext cx="1209129" cy="1315529"/>
            <a:chOff x="4449500" y="2056400"/>
            <a:chExt cx="2948375" cy="3207825"/>
          </a:xfrm>
        </p:grpSpPr>
        <p:sp>
          <p:nvSpPr>
            <p:cNvPr id="1407" name="Google Shape;1407;p45"/>
            <p:cNvSpPr/>
            <p:nvPr/>
          </p:nvSpPr>
          <p:spPr>
            <a:xfrm>
              <a:off x="5743150" y="4415250"/>
              <a:ext cx="799400" cy="848975"/>
            </a:xfrm>
            <a:custGeom>
              <a:rect b="b" l="l" r="r" t="t"/>
              <a:pathLst>
                <a:path extrusionOk="0" h="33959" w="31976">
                  <a:moveTo>
                    <a:pt x="31975" y="1"/>
                  </a:moveTo>
                  <a:cubicBezTo>
                    <a:pt x="31975" y="1"/>
                    <a:pt x="18332" y="2719"/>
                    <a:pt x="14336" y="6049"/>
                  </a:cubicBezTo>
                  <a:cubicBezTo>
                    <a:pt x="10339" y="9353"/>
                    <a:pt x="4370" y="14576"/>
                    <a:pt x="2185" y="18866"/>
                  </a:cubicBezTo>
                  <a:cubicBezTo>
                    <a:pt x="0" y="23182"/>
                    <a:pt x="5969" y="31789"/>
                    <a:pt x="9140" y="33361"/>
                  </a:cubicBezTo>
                  <a:cubicBezTo>
                    <a:pt x="9881" y="33735"/>
                    <a:pt x="10759" y="33959"/>
                    <a:pt x="11735" y="33959"/>
                  </a:cubicBezTo>
                  <a:cubicBezTo>
                    <a:pt x="14933" y="33959"/>
                    <a:pt x="19194" y="31558"/>
                    <a:pt x="23235" y="24168"/>
                  </a:cubicBezTo>
                  <a:cubicBezTo>
                    <a:pt x="28538" y="14496"/>
                    <a:pt x="31975" y="1"/>
                    <a:pt x="31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5"/>
            <p:cNvSpPr/>
            <p:nvPr/>
          </p:nvSpPr>
          <p:spPr>
            <a:xfrm>
              <a:off x="4653325" y="2508750"/>
              <a:ext cx="820725" cy="1342975"/>
            </a:xfrm>
            <a:custGeom>
              <a:rect b="b" l="l" r="r" t="t"/>
              <a:pathLst>
                <a:path extrusionOk="0" h="53719" w="32829">
                  <a:moveTo>
                    <a:pt x="28885" y="0"/>
                  </a:moveTo>
                  <a:lnTo>
                    <a:pt x="28885" y="0"/>
                  </a:lnTo>
                  <a:cubicBezTo>
                    <a:pt x="32349" y="4557"/>
                    <a:pt x="28059" y="7914"/>
                    <a:pt x="23422" y="10446"/>
                  </a:cubicBezTo>
                  <a:cubicBezTo>
                    <a:pt x="18120" y="13297"/>
                    <a:pt x="12684" y="13616"/>
                    <a:pt x="6342" y="25074"/>
                  </a:cubicBezTo>
                  <a:cubicBezTo>
                    <a:pt x="1" y="36558"/>
                    <a:pt x="4077" y="43806"/>
                    <a:pt x="5889" y="46364"/>
                  </a:cubicBezTo>
                  <a:cubicBezTo>
                    <a:pt x="7269" y="48317"/>
                    <a:pt x="8802" y="51287"/>
                    <a:pt x="8498" y="53560"/>
                  </a:cubicBezTo>
                  <a:lnTo>
                    <a:pt x="8498" y="53560"/>
                  </a:lnTo>
                  <a:cubicBezTo>
                    <a:pt x="12552" y="27446"/>
                    <a:pt x="32615" y="20973"/>
                    <a:pt x="32775" y="9087"/>
                  </a:cubicBezTo>
                  <a:cubicBezTo>
                    <a:pt x="32828" y="5090"/>
                    <a:pt x="31150" y="2132"/>
                    <a:pt x="28885" y="0"/>
                  </a:cubicBezTo>
                  <a:close/>
                  <a:moveTo>
                    <a:pt x="8498" y="53560"/>
                  </a:moveTo>
                  <a:lnTo>
                    <a:pt x="8498" y="53560"/>
                  </a:lnTo>
                  <a:cubicBezTo>
                    <a:pt x="8490" y="53613"/>
                    <a:pt x="8482" y="53666"/>
                    <a:pt x="8474" y="53718"/>
                  </a:cubicBezTo>
                  <a:cubicBezTo>
                    <a:pt x="8483" y="53666"/>
                    <a:pt x="8491" y="53613"/>
                    <a:pt x="8498" y="53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5"/>
            <p:cNvSpPr/>
            <p:nvPr/>
          </p:nvSpPr>
          <p:spPr>
            <a:xfrm>
              <a:off x="4552075" y="2056400"/>
              <a:ext cx="2845800" cy="3062200"/>
            </a:xfrm>
            <a:custGeom>
              <a:rect b="b" l="l" r="r" t="t"/>
              <a:pathLst>
                <a:path extrusionOk="0" h="122488" w="113832">
                  <a:moveTo>
                    <a:pt x="3378" y="0"/>
                  </a:moveTo>
                  <a:cubicBezTo>
                    <a:pt x="3352" y="0"/>
                    <a:pt x="3328" y="1"/>
                    <a:pt x="3305" y="2"/>
                  </a:cubicBezTo>
                  <a:cubicBezTo>
                    <a:pt x="0" y="162"/>
                    <a:pt x="24595" y="10554"/>
                    <a:pt x="31096" y="16149"/>
                  </a:cubicBezTo>
                  <a:cubicBezTo>
                    <a:pt x="31869" y="16815"/>
                    <a:pt x="32482" y="17482"/>
                    <a:pt x="32961" y="18094"/>
                  </a:cubicBezTo>
                  <a:cubicBezTo>
                    <a:pt x="35200" y="20253"/>
                    <a:pt x="36878" y="23184"/>
                    <a:pt x="36825" y="27181"/>
                  </a:cubicBezTo>
                  <a:cubicBezTo>
                    <a:pt x="36665" y="39091"/>
                    <a:pt x="16521" y="45566"/>
                    <a:pt x="12524" y="71812"/>
                  </a:cubicBezTo>
                  <a:cubicBezTo>
                    <a:pt x="12391" y="72452"/>
                    <a:pt x="12124" y="73038"/>
                    <a:pt x="11618" y="73518"/>
                  </a:cubicBezTo>
                  <a:cubicBezTo>
                    <a:pt x="11334" y="73776"/>
                    <a:pt x="11000" y="73884"/>
                    <a:pt x="10665" y="73890"/>
                  </a:cubicBezTo>
                  <a:lnTo>
                    <a:pt x="10665" y="73890"/>
                  </a:lnTo>
                  <a:cubicBezTo>
                    <a:pt x="10663" y="73882"/>
                    <a:pt x="10661" y="73873"/>
                    <a:pt x="10659" y="73864"/>
                  </a:cubicBezTo>
                  <a:lnTo>
                    <a:pt x="10632" y="73891"/>
                  </a:lnTo>
                  <a:cubicBezTo>
                    <a:pt x="10643" y="73891"/>
                    <a:pt x="10654" y="73891"/>
                    <a:pt x="10665" y="73890"/>
                  </a:cubicBezTo>
                  <a:lnTo>
                    <a:pt x="10665" y="73890"/>
                  </a:lnTo>
                  <a:cubicBezTo>
                    <a:pt x="11411" y="77231"/>
                    <a:pt x="12655" y="84144"/>
                    <a:pt x="11991" y="92116"/>
                  </a:cubicBezTo>
                  <a:cubicBezTo>
                    <a:pt x="12349" y="91793"/>
                    <a:pt x="12671" y="91640"/>
                    <a:pt x="12966" y="91640"/>
                  </a:cubicBezTo>
                  <a:cubicBezTo>
                    <a:pt x="14273" y="91640"/>
                    <a:pt x="15028" y="94654"/>
                    <a:pt x="15855" y="99178"/>
                  </a:cubicBezTo>
                  <a:cubicBezTo>
                    <a:pt x="17001" y="105493"/>
                    <a:pt x="12817" y="117989"/>
                    <a:pt x="12417" y="121267"/>
                  </a:cubicBezTo>
                  <a:cubicBezTo>
                    <a:pt x="12391" y="121427"/>
                    <a:pt x="12790" y="121720"/>
                    <a:pt x="12790" y="121853"/>
                  </a:cubicBezTo>
                  <a:cubicBezTo>
                    <a:pt x="13101" y="122299"/>
                    <a:pt x="13892" y="122488"/>
                    <a:pt x="15056" y="122488"/>
                  </a:cubicBezTo>
                  <a:cubicBezTo>
                    <a:pt x="17090" y="122488"/>
                    <a:pt x="20264" y="121913"/>
                    <a:pt x="24008" y="121134"/>
                  </a:cubicBezTo>
                  <a:cubicBezTo>
                    <a:pt x="29897" y="119935"/>
                    <a:pt x="36585" y="117616"/>
                    <a:pt x="42634" y="112927"/>
                  </a:cubicBezTo>
                  <a:cubicBezTo>
                    <a:pt x="48682" y="108264"/>
                    <a:pt x="54784" y="108850"/>
                    <a:pt x="72903" y="100403"/>
                  </a:cubicBezTo>
                  <a:cubicBezTo>
                    <a:pt x="91023" y="91930"/>
                    <a:pt x="93447" y="87400"/>
                    <a:pt x="99469" y="81218"/>
                  </a:cubicBezTo>
                  <a:cubicBezTo>
                    <a:pt x="105518" y="75036"/>
                    <a:pt x="112313" y="72612"/>
                    <a:pt x="113059" y="71413"/>
                  </a:cubicBezTo>
                  <a:cubicBezTo>
                    <a:pt x="113832" y="70187"/>
                    <a:pt x="109435" y="69601"/>
                    <a:pt x="109435" y="69601"/>
                  </a:cubicBezTo>
                  <a:cubicBezTo>
                    <a:pt x="109435" y="69601"/>
                    <a:pt x="112286" y="64671"/>
                    <a:pt x="111407" y="64458"/>
                  </a:cubicBezTo>
                  <a:cubicBezTo>
                    <a:pt x="102640" y="62353"/>
                    <a:pt x="97524" y="58276"/>
                    <a:pt x="90863" y="44847"/>
                  </a:cubicBezTo>
                  <a:cubicBezTo>
                    <a:pt x="84228" y="31391"/>
                    <a:pt x="72610" y="24596"/>
                    <a:pt x="57209" y="17961"/>
                  </a:cubicBezTo>
                  <a:cubicBezTo>
                    <a:pt x="41914" y="11372"/>
                    <a:pt x="7120" y="0"/>
                    <a:pt x="3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5"/>
            <p:cNvSpPr/>
            <p:nvPr/>
          </p:nvSpPr>
          <p:spPr>
            <a:xfrm>
              <a:off x="4825200" y="3723125"/>
              <a:ext cx="2572000" cy="1395150"/>
            </a:xfrm>
            <a:custGeom>
              <a:rect b="b" l="l" r="r" t="t"/>
              <a:pathLst>
                <a:path extrusionOk="0" h="55806" w="102880">
                  <a:moveTo>
                    <a:pt x="42925" y="0"/>
                  </a:moveTo>
                  <a:cubicBezTo>
                    <a:pt x="29224" y="0"/>
                    <a:pt x="13959" y="2066"/>
                    <a:pt x="0" y="8474"/>
                  </a:cubicBezTo>
                  <a:cubicBezTo>
                    <a:pt x="746" y="12125"/>
                    <a:pt x="1652" y="18386"/>
                    <a:pt x="1066" y="25447"/>
                  </a:cubicBezTo>
                  <a:cubicBezTo>
                    <a:pt x="1424" y="25124"/>
                    <a:pt x="1746" y="24971"/>
                    <a:pt x="2041" y="24971"/>
                  </a:cubicBezTo>
                  <a:cubicBezTo>
                    <a:pt x="3348" y="24971"/>
                    <a:pt x="4103" y="27985"/>
                    <a:pt x="4930" y="32509"/>
                  </a:cubicBezTo>
                  <a:cubicBezTo>
                    <a:pt x="6076" y="38824"/>
                    <a:pt x="1892" y="51320"/>
                    <a:pt x="1466" y="54571"/>
                  </a:cubicBezTo>
                  <a:cubicBezTo>
                    <a:pt x="1466" y="54758"/>
                    <a:pt x="1865" y="55051"/>
                    <a:pt x="1865" y="55157"/>
                  </a:cubicBezTo>
                  <a:cubicBezTo>
                    <a:pt x="2177" y="55614"/>
                    <a:pt x="2970" y="55805"/>
                    <a:pt x="4138" y="55805"/>
                  </a:cubicBezTo>
                  <a:cubicBezTo>
                    <a:pt x="6172" y="55805"/>
                    <a:pt x="9343" y="55226"/>
                    <a:pt x="13083" y="54465"/>
                  </a:cubicBezTo>
                  <a:cubicBezTo>
                    <a:pt x="18972" y="53266"/>
                    <a:pt x="25660" y="50947"/>
                    <a:pt x="31709" y="46258"/>
                  </a:cubicBezTo>
                  <a:cubicBezTo>
                    <a:pt x="37731" y="41595"/>
                    <a:pt x="43859" y="42181"/>
                    <a:pt x="61978" y="33734"/>
                  </a:cubicBezTo>
                  <a:cubicBezTo>
                    <a:pt x="80098" y="25261"/>
                    <a:pt x="82522" y="20731"/>
                    <a:pt x="88544" y="14549"/>
                  </a:cubicBezTo>
                  <a:cubicBezTo>
                    <a:pt x="94593" y="8367"/>
                    <a:pt x="101388" y="5943"/>
                    <a:pt x="102134" y="4744"/>
                  </a:cubicBezTo>
                  <a:cubicBezTo>
                    <a:pt x="102880" y="3518"/>
                    <a:pt x="98510" y="2932"/>
                    <a:pt x="98510" y="2932"/>
                  </a:cubicBezTo>
                  <a:cubicBezTo>
                    <a:pt x="98510" y="2932"/>
                    <a:pt x="99256" y="1653"/>
                    <a:pt x="99869" y="374"/>
                  </a:cubicBezTo>
                  <a:lnTo>
                    <a:pt x="99869" y="374"/>
                  </a:lnTo>
                  <a:cubicBezTo>
                    <a:pt x="94621" y="2676"/>
                    <a:pt x="90598" y="3787"/>
                    <a:pt x="84637" y="3787"/>
                  </a:cubicBezTo>
                  <a:cubicBezTo>
                    <a:pt x="79974" y="3787"/>
                    <a:pt x="74125" y="3107"/>
                    <a:pt x="65576" y="1786"/>
                  </a:cubicBezTo>
                  <a:cubicBezTo>
                    <a:pt x="59039" y="767"/>
                    <a:pt x="51272" y="0"/>
                    <a:pt x="42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5"/>
            <p:cNvSpPr/>
            <p:nvPr/>
          </p:nvSpPr>
          <p:spPr>
            <a:xfrm>
              <a:off x="6637775" y="3958275"/>
              <a:ext cx="273825" cy="325775"/>
            </a:xfrm>
            <a:custGeom>
              <a:rect b="b" l="l" r="r" t="t"/>
              <a:pathLst>
                <a:path extrusionOk="0" h="13031" w="10953">
                  <a:moveTo>
                    <a:pt x="1" y="1"/>
                  </a:moveTo>
                  <a:cubicBezTo>
                    <a:pt x="827" y="7621"/>
                    <a:pt x="5783" y="11512"/>
                    <a:pt x="8287" y="13030"/>
                  </a:cubicBezTo>
                  <a:cubicBezTo>
                    <a:pt x="9273" y="12178"/>
                    <a:pt x="10126" y="11378"/>
                    <a:pt x="10952" y="10526"/>
                  </a:cubicBezTo>
                  <a:cubicBezTo>
                    <a:pt x="5250" y="8900"/>
                    <a:pt x="1360" y="2639"/>
                    <a:pt x="1066" y="1"/>
                  </a:cubicBezTo>
                  <a:close/>
                </a:path>
              </a:pathLst>
            </a:custGeom>
            <a:solidFill>
              <a:srgbClr val="002A40">
                <a:alpha val="30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5"/>
            <p:cNvSpPr/>
            <p:nvPr/>
          </p:nvSpPr>
          <p:spPr>
            <a:xfrm>
              <a:off x="4861175" y="2476775"/>
              <a:ext cx="1730000" cy="2656400"/>
            </a:xfrm>
            <a:custGeom>
              <a:rect b="b" l="l" r="r" t="t"/>
              <a:pathLst>
                <a:path extrusionOk="0" h="106256" w="69200">
                  <a:moveTo>
                    <a:pt x="42074" y="0"/>
                  </a:moveTo>
                  <a:lnTo>
                    <a:pt x="42074" y="0"/>
                  </a:lnTo>
                  <a:cubicBezTo>
                    <a:pt x="46923" y="4477"/>
                    <a:pt x="50361" y="8820"/>
                    <a:pt x="52119" y="12924"/>
                  </a:cubicBezTo>
                  <a:cubicBezTo>
                    <a:pt x="54997" y="19558"/>
                    <a:pt x="51213" y="36319"/>
                    <a:pt x="48362" y="42074"/>
                  </a:cubicBezTo>
                  <a:cubicBezTo>
                    <a:pt x="45485" y="47803"/>
                    <a:pt x="43966" y="57156"/>
                    <a:pt x="42927" y="64563"/>
                  </a:cubicBezTo>
                  <a:cubicBezTo>
                    <a:pt x="41861" y="71971"/>
                    <a:pt x="44579" y="77247"/>
                    <a:pt x="34453" y="86439"/>
                  </a:cubicBezTo>
                  <a:cubicBezTo>
                    <a:pt x="26300" y="93874"/>
                    <a:pt x="7141" y="101707"/>
                    <a:pt x="27" y="104452"/>
                  </a:cubicBezTo>
                  <a:cubicBezTo>
                    <a:pt x="27" y="104612"/>
                    <a:pt x="0" y="104745"/>
                    <a:pt x="0" y="104852"/>
                  </a:cubicBezTo>
                  <a:cubicBezTo>
                    <a:pt x="0" y="105879"/>
                    <a:pt x="1004" y="106256"/>
                    <a:pt x="2610" y="106256"/>
                  </a:cubicBezTo>
                  <a:cubicBezTo>
                    <a:pt x="4794" y="106256"/>
                    <a:pt x="8090" y="105558"/>
                    <a:pt x="11485" y="104852"/>
                  </a:cubicBezTo>
                  <a:cubicBezTo>
                    <a:pt x="17373" y="103653"/>
                    <a:pt x="24301" y="101228"/>
                    <a:pt x="30350" y="96565"/>
                  </a:cubicBezTo>
                  <a:cubicBezTo>
                    <a:pt x="33414" y="94193"/>
                    <a:pt x="36478" y="93047"/>
                    <a:pt x="41141" y="91395"/>
                  </a:cubicBezTo>
                  <a:cubicBezTo>
                    <a:pt x="45644" y="89797"/>
                    <a:pt x="50521" y="89397"/>
                    <a:pt x="60859" y="84281"/>
                  </a:cubicBezTo>
                  <a:cubicBezTo>
                    <a:pt x="62884" y="83268"/>
                    <a:pt x="64403" y="81723"/>
                    <a:pt x="66082" y="80870"/>
                  </a:cubicBezTo>
                  <a:cubicBezTo>
                    <a:pt x="66881" y="76714"/>
                    <a:pt x="67281" y="72610"/>
                    <a:pt x="67521" y="69386"/>
                  </a:cubicBezTo>
                  <a:cubicBezTo>
                    <a:pt x="67974" y="63204"/>
                    <a:pt x="69199" y="51560"/>
                    <a:pt x="68880" y="33015"/>
                  </a:cubicBezTo>
                  <a:cubicBezTo>
                    <a:pt x="68720" y="22783"/>
                    <a:pt x="64110" y="14283"/>
                    <a:pt x="60007" y="8740"/>
                  </a:cubicBezTo>
                  <a:cubicBezTo>
                    <a:pt x="55477" y="5969"/>
                    <a:pt x="50414" y="3544"/>
                    <a:pt x="44845" y="1146"/>
                  </a:cubicBezTo>
                  <a:cubicBezTo>
                    <a:pt x="43992" y="773"/>
                    <a:pt x="43060" y="400"/>
                    <a:pt x="420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5"/>
            <p:cNvSpPr/>
            <p:nvPr/>
          </p:nvSpPr>
          <p:spPr>
            <a:xfrm>
              <a:off x="4905800" y="2322900"/>
              <a:ext cx="963925" cy="2532700"/>
            </a:xfrm>
            <a:custGeom>
              <a:rect b="b" l="l" r="r" t="t"/>
              <a:pathLst>
                <a:path extrusionOk="0" h="101308" w="38557">
                  <a:moveTo>
                    <a:pt x="8234" y="0"/>
                  </a:moveTo>
                  <a:lnTo>
                    <a:pt x="8234" y="0"/>
                  </a:lnTo>
                  <a:cubicBezTo>
                    <a:pt x="11884" y="1999"/>
                    <a:pt x="15109" y="3944"/>
                    <a:pt x="16921" y="5489"/>
                  </a:cubicBezTo>
                  <a:cubicBezTo>
                    <a:pt x="17160" y="5702"/>
                    <a:pt x="17347" y="5889"/>
                    <a:pt x="17533" y="6076"/>
                  </a:cubicBezTo>
                  <a:cubicBezTo>
                    <a:pt x="34374" y="15828"/>
                    <a:pt x="22090" y="29284"/>
                    <a:pt x="16068" y="36905"/>
                  </a:cubicBezTo>
                  <a:cubicBezTo>
                    <a:pt x="9726" y="44898"/>
                    <a:pt x="5969" y="62565"/>
                    <a:pt x="2931" y="73729"/>
                  </a:cubicBezTo>
                  <a:cubicBezTo>
                    <a:pt x="2079" y="76873"/>
                    <a:pt x="1040" y="79644"/>
                    <a:pt x="0" y="82016"/>
                  </a:cubicBezTo>
                  <a:cubicBezTo>
                    <a:pt x="640" y="83268"/>
                    <a:pt x="1146" y="85586"/>
                    <a:pt x="1679" y="88518"/>
                  </a:cubicBezTo>
                  <a:cubicBezTo>
                    <a:pt x="2292" y="91848"/>
                    <a:pt x="1439" y="96831"/>
                    <a:pt x="427" y="101308"/>
                  </a:cubicBezTo>
                  <a:cubicBezTo>
                    <a:pt x="2772" y="99043"/>
                    <a:pt x="4903" y="96431"/>
                    <a:pt x="5969" y="93953"/>
                  </a:cubicBezTo>
                  <a:cubicBezTo>
                    <a:pt x="8527" y="87931"/>
                    <a:pt x="11245" y="84148"/>
                    <a:pt x="18493" y="73276"/>
                  </a:cubicBezTo>
                  <a:cubicBezTo>
                    <a:pt x="25740" y="62405"/>
                    <a:pt x="29657" y="51853"/>
                    <a:pt x="33148" y="40076"/>
                  </a:cubicBezTo>
                  <a:lnTo>
                    <a:pt x="33121" y="40076"/>
                  </a:lnTo>
                  <a:cubicBezTo>
                    <a:pt x="36612" y="28298"/>
                    <a:pt x="38557" y="18466"/>
                    <a:pt x="30110" y="10632"/>
                  </a:cubicBezTo>
                  <a:cubicBezTo>
                    <a:pt x="24301" y="5223"/>
                    <a:pt x="14069" y="1706"/>
                    <a:pt x="82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5"/>
            <p:cNvSpPr/>
            <p:nvPr/>
          </p:nvSpPr>
          <p:spPr>
            <a:xfrm>
              <a:off x="4449500" y="3738150"/>
              <a:ext cx="419025" cy="1007450"/>
            </a:xfrm>
            <a:custGeom>
              <a:rect b="b" l="l" r="r" t="t"/>
              <a:pathLst>
                <a:path extrusionOk="0" h="40298" w="16761">
                  <a:moveTo>
                    <a:pt x="6707" y="1"/>
                  </a:moveTo>
                  <a:cubicBezTo>
                    <a:pt x="4788" y="1"/>
                    <a:pt x="1467" y="3921"/>
                    <a:pt x="773" y="15147"/>
                  </a:cubicBezTo>
                  <a:cubicBezTo>
                    <a:pt x="0" y="27245"/>
                    <a:pt x="5303" y="38116"/>
                    <a:pt x="6955" y="40061"/>
                  </a:cubicBezTo>
                  <a:cubicBezTo>
                    <a:pt x="7090" y="40222"/>
                    <a:pt x="7236" y="40298"/>
                    <a:pt x="7392" y="40298"/>
                  </a:cubicBezTo>
                  <a:cubicBezTo>
                    <a:pt x="9148" y="40298"/>
                    <a:pt x="12173" y="30780"/>
                    <a:pt x="14815" y="26498"/>
                  </a:cubicBezTo>
                  <a:cubicBezTo>
                    <a:pt x="15295" y="25726"/>
                    <a:pt x="15694" y="25193"/>
                    <a:pt x="16094" y="24846"/>
                  </a:cubicBezTo>
                  <a:cubicBezTo>
                    <a:pt x="16760" y="16879"/>
                    <a:pt x="15508" y="9925"/>
                    <a:pt x="14735" y="6621"/>
                  </a:cubicBezTo>
                  <a:cubicBezTo>
                    <a:pt x="12337" y="6514"/>
                    <a:pt x="8687" y="599"/>
                    <a:pt x="7114" y="66"/>
                  </a:cubicBezTo>
                  <a:cubicBezTo>
                    <a:pt x="6988" y="23"/>
                    <a:pt x="6852" y="1"/>
                    <a:pt x="67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5"/>
            <p:cNvSpPr/>
            <p:nvPr/>
          </p:nvSpPr>
          <p:spPr>
            <a:xfrm>
              <a:off x="6752350" y="3492650"/>
              <a:ext cx="204525" cy="204525"/>
            </a:xfrm>
            <a:custGeom>
              <a:rect b="b" l="l" r="r" t="t"/>
              <a:pathLst>
                <a:path extrusionOk="0" h="8181" w="8181">
                  <a:moveTo>
                    <a:pt x="4104" y="0"/>
                  </a:moveTo>
                  <a:cubicBezTo>
                    <a:pt x="1839" y="0"/>
                    <a:pt x="1" y="1839"/>
                    <a:pt x="1" y="4077"/>
                  </a:cubicBezTo>
                  <a:cubicBezTo>
                    <a:pt x="1" y="6342"/>
                    <a:pt x="1839" y="8181"/>
                    <a:pt x="4104" y="8181"/>
                  </a:cubicBezTo>
                  <a:cubicBezTo>
                    <a:pt x="6342" y="8181"/>
                    <a:pt x="8181" y="6342"/>
                    <a:pt x="8181" y="4077"/>
                  </a:cubicBezTo>
                  <a:cubicBezTo>
                    <a:pt x="8181" y="1839"/>
                    <a:pt x="6342" y="0"/>
                    <a:pt x="4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5"/>
            <p:cNvSpPr/>
            <p:nvPr/>
          </p:nvSpPr>
          <p:spPr>
            <a:xfrm>
              <a:off x="6401950" y="3459400"/>
              <a:ext cx="281150" cy="552250"/>
            </a:xfrm>
            <a:custGeom>
              <a:rect b="b" l="l" r="r" t="t"/>
              <a:pathLst>
                <a:path extrusionOk="0" h="22090" w="11246">
                  <a:moveTo>
                    <a:pt x="4858" y="1"/>
                  </a:moveTo>
                  <a:cubicBezTo>
                    <a:pt x="4608" y="1"/>
                    <a:pt x="4385" y="85"/>
                    <a:pt x="4211" y="264"/>
                  </a:cubicBezTo>
                  <a:cubicBezTo>
                    <a:pt x="1813" y="2742"/>
                    <a:pt x="1" y="7592"/>
                    <a:pt x="827" y="11962"/>
                  </a:cubicBezTo>
                  <a:cubicBezTo>
                    <a:pt x="1644" y="16283"/>
                    <a:pt x="9548" y="22090"/>
                    <a:pt x="10445" y="22090"/>
                  </a:cubicBezTo>
                  <a:cubicBezTo>
                    <a:pt x="10455" y="22090"/>
                    <a:pt x="10464" y="22089"/>
                    <a:pt x="10473" y="22087"/>
                  </a:cubicBezTo>
                  <a:cubicBezTo>
                    <a:pt x="11246" y="21927"/>
                    <a:pt x="8288" y="5487"/>
                    <a:pt x="7702" y="3142"/>
                  </a:cubicBezTo>
                  <a:cubicBezTo>
                    <a:pt x="7214" y="1276"/>
                    <a:pt x="5832" y="1"/>
                    <a:pt x="4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7" name="Google Shape;1417;p45"/>
          <p:cNvGrpSpPr/>
          <p:nvPr/>
        </p:nvGrpSpPr>
        <p:grpSpPr>
          <a:xfrm>
            <a:off x="6427647" y="3434371"/>
            <a:ext cx="865399" cy="579551"/>
            <a:chOff x="3420300" y="450375"/>
            <a:chExt cx="1714000" cy="1147852"/>
          </a:xfrm>
        </p:grpSpPr>
        <p:sp>
          <p:nvSpPr>
            <p:cNvPr id="1418" name="Google Shape;1418;p45"/>
            <p:cNvSpPr/>
            <p:nvPr/>
          </p:nvSpPr>
          <p:spPr>
            <a:xfrm>
              <a:off x="3577500" y="1062550"/>
              <a:ext cx="593575" cy="446900"/>
            </a:xfrm>
            <a:custGeom>
              <a:rect b="b" l="l" r="r" t="t"/>
              <a:pathLst>
                <a:path extrusionOk="0" h="17876" w="23743">
                  <a:moveTo>
                    <a:pt x="23236" y="0"/>
                  </a:moveTo>
                  <a:lnTo>
                    <a:pt x="4450" y="613"/>
                  </a:lnTo>
                  <a:cubicBezTo>
                    <a:pt x="2159" y="5569"/>
                    <a:pt x="1" y="10339"/>
                    <a:pt x="3038" y="14416"/>
                  </a:cubicBezTo>
                  <a:cubicBezTo>
                    <a:pt x="4749" y="16678"/>
                    <a:pt x="8870" y="17876"/>
                    <a:pt x="13368" y="17876"/>
                  </a:cubicBezTo>
                  <a:cubicBezTo>
                    <a:pt x="16925" y="17876"/>
                    <a:pt x="20718" y="17126"/>
                    <a:pt x="23742" y="15562"/>
                  </a:cubicBezTo>
                  <a:lnTo>
                    <a:pt x="232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5"/>
            <p:cNvSpPr/>
            <p:nvPr/>
          </p:nvSpPr>
          <p:spPr>
            <a:xfrm>
              <a:off x="3646125" y="450375"/>
              <a:ext cx="960600" cy="595550"/>
            </a:xfrm>
            <a:custGeom>
              <a:rect b="b" l="l" r="r" t="t"/>
              <a:pathLst>
                <a:path extrusionOk="0" h="23822" w="38424">
                  <a:moveTo>
                    <a:pt x="21983" y="0"/>
                  </a:moveTo>
                  <a:cubicBezTo>
                    <a:pt x="22303" y="213"/>
                    <a:pt x="22649" y="426"/>
                    <a:pt x="22942" y="666"/>
                  </a:cubicBezTo>
                  <a:cubicBezTo>
                    <a:pt x="23448" y="1039"/>
                    <a:pt x="23955" y="1359"/>
                    <a:pt x="24328" y="1679"/>
                  </a:cubicBezTo>
                  <a:cubicBezTo>
                    <a:pt x="25127" y="2318"/>
                    <a:pt x="25660" y="2745"/>
                    <a:pt x="25660" y="2745"/>
                  </a:cubicBezTo>
                  <a:lnTo>
                    <a:pt x="25420" y="3038"/>
                  </a:lnTo>
                  <a:cubicBezTo>
                    <a:pt x="25420" y="3038"/>
                    <a:pt x="24861" y="2691"/>
                    <a:pt x="24008" y="2185"/>
                  </a:cubicBezTo>
                  <a:cubicBezTo>
                    <a:pt x="23582" y="1918"/>
                    <a:pt x="23049" y="1679"/>
                    <a:pt x="22516" y="1386"/>
                  </a:cubicBezTo>
                  <a:cubicBezTo>
                    <a:pt x="21983" y="1092"/>
                    <a:pt x="21370" y="853"/>
                    <a:pt x="20757" y="560"/>
                  </a:cubicBezTo>
                  <a:cubicBezTo>
                    <a:pt x="20411" y="400"/>
                    <a:pt x="20064" y="266"/>
                    <a:pt x="19718" y="133"/>
                  </a:cubicBezTo>
                  <a:cubicBezTo>
                    <a:pt x="7807" y="1252"/>
                    <a:pt x="0" y="8500"/>
                    <a:pt x="1626" y="23821"/>
                  </a:cubicBezTo>
                  <a:lnTo>
                    <a:pt x="38423" y="22622"/>
                  </a:lnTo>
                  <a:lnTo>
                    <a:pt x="38077" y="11751"/>
                  </a:lnTo>
                  <a:cubicBezTo>
                    <a:pt x="37704" y="9832"/>
                    <a:pt x="36718" y="7381"/>
                    <a:pt x="34800" y="5196"/>
                  </a:cubicBezTo>
                  <a:lnTo>
                    <a:pt x="34800" y="5196"/>
                  </a:lnTo>
                  <a:cubicBezTo>
                    <a:pt x="34906" y="5462"/>
                    <a:pt x="35013" y="5729"/>
                    <a:pt x="35093" y="5995"/>
                  </a:cubicBezTo>
                  <a:cubicBezTo>
                    <a:pt x="35386" y="6955"/>
                    <a:pt x="35599" y="7594"/>
                    <a:pt x="35599" y="7594"/>
                  </a:cubicBezTo>
                  <a:lnTo>
                    <a:pt x="35253" y="7727"/>
                  </a:lnTo>
                  <a:cubicBezTo>
                    <a:pt x="35253" y="7727"/>
                    <a:pt x="34959" y="7114"/>
                    <a:pt x="34533" y="6235"/>
                  </a:cubicBezTo>
                  <a:cubicBezTo>
                    <a:pt x="34320" y="5782"/>
                    <a:pt x="34027" y="5276"/>
                    <a:pt x="33734" y="4743"/>
                  </a:cubicBezTo>
                  <a:cubicBezTo>
                    <a:pt x="33494" y="4290"/>
                    <a:pt x="33174" y="3837"/>
                    <a:pt x="32881" y="3357"/>
                  </a:cubicBezTo>
                  <a:cubicBezTo>
                    <a:pt x="32082" y="2718"/>
                    <a:pt x="31149" y="2132"/>
                    <a:pt x="30137" y="1652"/>
                  </a:cubicBezTo>
                  <a:lnTo>
                    <a:pt x="30137" y="1652"/>
                  </a:lnTo>
                  <a:cubicBezTo>
                    <a:pt x="30323" y="1918"/>
                    <a:pt x="30536" y="2212"/>
                    <a:pt x="30696" y="2478"/>
                  </a:cubicBezTo>
                  <a:cubicBezTo>
                    <a:pt x="31043" y="3011"/>
                    <a:pt x="31416" y="3491"/>
                    <a:pt x="31655" y="3944"/>
                  </a:cubicBezTo>
                  <a:cubicBezTo>
                    <a:pt x="32162" y="4796"/>
                    <a:pt x="32508" y="5382"/>
                    <a:pt x="32508" y="5382"/>
                  </a:cubicBezTo>
                  <a:lnTo>
                    <a:pt x="32188" y="5569"/>
                  </a:lnTo>
                  <a:cubicBezTo>
                    <a:pt x="32188" y="5569"/>
                    <a:pt x="31789" y="5063"/>
                    <a:pt x="31176" y="4290"/>
                  </a:cubicBezTo>
                  <a:cubicBezTo>
                    <a:pt x="30883" y="3890"/>
                    <a:pt x="30456" y="3464"/>
                    <a:pt x="30057" y="3011"/>
                  </a:cubicBezTo>
                  <a:cubicBezTo>
                    <a:pt x="29657" y="2531"/>
                    <a:pt x="29151" y="2078"/>
                    <a:pt x="28698" y="1625"/>
                  </a:cubicBezTo>
                  <a:cubicBezTo>
                    <a:pt x="28405" y="1332"/>
                    <a:pt x="28085" y="1039"/>
                    <a:pt x="27792" y="746"/>
                  </a:cubicBezTo>
                  <a:cubicBezTo>
                    <a:pt x="27259" y="613"/>
                    <a:pt x="26699" y="480"/>
                    <a:pt x="26140" y="346"/>
                  </a:cubicBezTo>
                  <a:lnTo>
                    <a:pt x="26140" y="346"/>
                  </a:lnTo>
                  <a:cubicBezTo>
                    <a:pt x="26593" y="799"/>
                    <a:pt x="27046" y="1226"/>
                    <a:pt x="27445" y="1652"/>
                  </a:cubicBezTo>
                  <a:cubicBezTo>
                    <a:pt x="27872" y="2132"/>
                    <a:pt x="28298" y="2531"/>
                    <a:pt x="28618" y="2931"/>
                  </a:cubicBezTo>
                  <a:cubicBezTo>
                    <a:pt x="29257" y="3704"/>
                    <a:pt x="29684" y="4237"/>
                    <a:pt x="29684" y="4237"/>
                  </a:cubicBezTo>
                  <a:lnTo>
                    <a:pt x="29417" y="4476"/>
                  </a:lnTo>
                  <a:cubicBezTo>
                    <a:pt x="29417" y="4476"/>
                    <a:pt x="28938" y="4024"/>
                    <a:pt x="28191" y="3357"/>
                  </a:cubicBezTo>
                  <a:cubicBezTo>
                    <a:pt x="27845" y="3011"/>
                    <a:pt x="27365" y="2691"/>
                    <a:pt x="26886" y="2292"/>
                  </a:cubicBezTo>
                  <a:cubicBezTo>
                    <a:pt x="26406" y="1892"/>
                    <a:pt x="25847" y="1519"/>
                    <a:pt x="25314" y="1146"/>
                  </a:cubicBezTo>
                  <a:cubicBezTo>
                    <a:pt x="24807" y="746"/>
                    <a:pt x="24221" y="426"/>
                    <a:pt x="23715" y="80"/>
                  </a:cubicBezTo>
                  <a:lnTo>
                    <a:pt x="23662" y="53"/>
                  </a:lnTo>
                  <a:cubicBezTo>
                    <a:pt x="23129" y="0"/>
                    <a:pt x="22569" y="0"/>
                    <a:pt x="21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5"/>
            <p:cNvSpPr/>
            <p:nvPr/>
          </p:nvSpPr>
          <p:spPr>
            <a:xfrm>
              <a:off x="3420300" y="680175"/>
              <a:ext cx="288450" cy="616325"/>
            </a:xfrm>
            <a:custGeom>
              <a:rect b="b" l="l" r="r" t="t"/>
              <a:pathLst>
                <a:path extrusionOk="0" h="24653" w="11538">
                  <a:moveTo>
                    <a:pt x="107" y="1"/>
                  </a:moveTo>
                  <a:cubicBezTo>
                    <a:pt x="2558" y="12498"/>
                    <a:pt x="0" y="24515"/>
                    <a:pt x="480" y="24648"/>
                  </a:cubicBezTo>
                  <a:cubicBezTo>
                    <a:pt x="490" y="24651"/>
                    <a:pt x="503" y="24653"/>
                    <a:pt x="519" y="24653"/>
                  </a:cubicBezTo>
                  <a:cubicBezTo>
                    <a:pt x="1316" y="24653"/>
                    <a:pt x="9403" y="20806"/>
                    <a:pt x="10579" y="15269"/>
                  </a:cubicBezTo>
                  <a:cubicBezTo>
                    <a:pt x="11538" y="10712"/>
                    <a:pt x="5622" y="2346"/>
                    <a:pt x="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5"/>
            <p:cNvSpPr/>
            <p:nvPr/>
          </p:nvSpPr>
          <p:spPr>
            <a:xfrm>
              <a:off x="3675425" y="615575"/>
              <a:ext cx="1458875" cy="836125"/>
            </a:xfrm>
            <a:custGeom>
              <a:rect b="b" l="l" r="r" t="t"/>
              <a:pathLst>
                <a:path extrusionOk="0" h="33445" w="58355">
                  <a:moveTo>
                    <a:pt x="24111" y="0"/>
                  </a:moveTo>
                  <a:cubicBezTo>
                    <a:pt x="23703" y="0"/>
                    <a:pt x="23287" y="9"/>
                    <a:pt x="22863" y="27"/>
                  </a:cubicBezTo>
                  <a:cubicBezTo>
                    <a:pt x="7834" y="693"/>
                    <a:pt x="2612" y="13190"/>
                    <a:pt x="1386" y="14842"/>
                  </a:cubicBezTo>
                  <a:cubicBezTo>
                    <a:pt x="134" y="16521"/>
                    <a:pt x="1" y="17506"/>
                    <a:pt x="214" y="18892"/>
                  </a:cubicBezTo>
                  <a:cubicBezTo>
                    <a:pt x="427" y="20278"/>
                    <a:pt x="2399" y="26006"/>
                    <a:pt x="8207" y="30323"/>
                  </a:cubicBezTo>
                  <a:cubicBezTo>
                    <a:pt x="11471" y="32733"/>
                    <a:pt x="15112" y="33444"/>
                    <a:pt x="19137" y="33444"/>
                  </a:cubicBezTo>
                  <a:cubicBezTo>
                    <a:pt x="22277" y="33444"/>
                    <a:pt x="25650" y="33012"/>
                    <a:pt x="29258" y="32615"/>
                  </a:cubicBezTo>
                  <a:cubicBezTo>
                    <a:pt x="37518" y="31682"/>
                    <a:pt x="41968" y="28964"/>
                    <a:pt x="46791" y="27072"/>
                  </a:cubicBezTo>
                  <a:cubicBezTo>
                    <a:pt x="51587" y="25180"/>
                    <a:pt x="56730" y="25607"/>
                    <a:pt x="57529" y="25314"/>
                  </a:cubicBezTo>
                  <a:cubicBezTo>
                    <a:pt x="58328" y="25021"/>
                    <a:pt x="56516" y="24195"/>
                    <a:pt x="56516" y="24195"/>
                  </a:cubicBezTo>
                  <a:cubicBezTo>
                    <a:pt x="56516" y="24195"/>
                    <a:pt x="58355" y="23635"/>
                    <a:pt x="56969" y="23182"/>
                  </a:cubicBezTo>
                  <a:cubicBezTo>
                    <a:pt x="55557" y="22756"/>
                    <a:pt x="48869" y="21184"/>
                    <a:pt x="46871" y="19452"/>
                  </a:cubicBezTo>
                  <a:cubicBezTo>
                    <a:pt x="44845" y="17746"/>
                    <a:pt x="40742" y="11058"/>
                    <a:pt x="38157" y="6688"/>
                  </a:cubicBezTo>
                  <a:cubicBezTo>
                    <a:pt x="35742" y="2536"/>
                    <a:pt x="31045" y="0"/>
                    <a:pt x="24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45"/>
            <p:cNvSpPr/>
            <p:nvPr/>
          </p:nvSpPr>
          <p:spPr>
            <a:xfrm>
              <a:off x="4436175" y="1123175"/>
              <a:ext cx="698125" cy="297125"/>
            </a:xfrm>
            <a:custGeom>
              <a:rect b="b" l="l" r="r" t="t"/>
              <a:pathLst>
                <a:path extrusionOk="0" h="11885" w="27925">
                  <a:moveTo>
                    <a:pt x="17773" y="0"/>
                  </a:moveTo>
                  <a:lnTo>
                    <a:pt x="293" y="1945"/>
                  </a:lnTo>
                  <a:cubicBezTo>
                    <a:pt x="293" y="1945"/>
                    <a:pt x="0" y="7008"/>
                    <a:pt x="1812" y="11884"/>
                  </a:cubicBezTo>
                  <a:cubicBezTo>
                    <a:pt x="8234" y="10712"/>
                    <a:pt x="12151" y="8420"/>
                    <a:pt x="16361" y="6768"/>
                  </a:cubicBezTo>
                  <a:cubicBezTo>
                    <a:pt x="21157" y="4876"/>
                    <a:pt x="26326" y="5303"/>
                    <a:pt x="27099" y="5010"/>
                  </a:cubicBezTo>
                  <a:cubicBezTo>
                    <a:pt x="27898" y="4717"/>
                    <a:pt x="26086" y="3891"/>
                    <a:pt x="26086" y="3891"/>
                  </a:cubicBezTo>
                  <a:cubicBezTo>
                    <a:pt x="26086" y="3891"/>
                    <a:pt x="27925" y="3331"/>
                    <a:pt x="26539" y="2878"/>
                  </a:cubicBezTo>
                  <a:cubicBezTo>
                    <a:pt x="25367" y="2532"/>
                    <a:pt x="20517" y="1359"/>
                    <a:pt x="177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45"/>
            <p:cNvSpPr/>
            <p:nvPr/>
          </p:nvSpPr>
          <p:spPr>
            <a:xfrm>
              <a:off x="4432825" y="726800"/>
              <a:ext cx="596900" cy="471875"/>
            </a:xfrm>
            <a:custGeom>
              <a:rect b="b" l="l" r="r" t="t"/>
              <a:pathLst>
                <a:path extrusionOk="0" h="18875" w="23876">
                  <a:moveTo>
                    <a:pt x="6209" y="1"/>
                  </a:moveTo>
                  <a:cubicBezTo>
                    <a:pt x="1413" y="6716"/>
                    <a:pt x="1" y="17267"/>
                    <a:pt x="427" y="17800"/>
                  </a:cubicBezTo>
                  <a:cubicBezTo>
                    <a:pt x="898" y="18395"/>
                    <a:pt x="13443" y="18875"/>
                    <a:pt x="19099" y="18875"/>
                  </a:cubicBezTo>
                  <a:cubicBezTo>
                    <a:pt x="19525" y="18875"/>
                    <a:pt x="19912" y="18872"/>
                    <a:pt x="20252" y="18866"/>
                  </a:cubicBezTo>
                  <a:cubicBezTo>
                    <a:pt x="22010" y="18840"/>
                    <a:pt x="23156" y="18440"/>
                    <a:pt x="23876" y="17960"/>
                  </a:cubicBezTo>
                  <a:cubicBezTo>
                    <a:pt x="21318" y="17241"/>
                    <a:pt x="17907" y="16175"/>
                    <a:pt x="16575" y="15003"/>
                  </a:cubicBezTo>
                  <a:cubicBezTo>
                    <a:pt x="14549" y="13297"/>
                    <a:pt x="10446" y="6609"/>
                    <a:pt x="7861" y="2239"/>
                  </a:cubicBezTo>
                  <a:cubicBezTo>
                    <a:pt x="7408" y="1413"/>
                    <a:pt x="6849" y="694"/>
                    <a:pt x="62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5"/>
            <p:cNvSpPr/>
            <p:nvPr/>
          </p:nvSpPr>
          <p:spPr>
            <a:xfrm>
              <a:off x="4036794" y="943288"/>
              <a:ext cx="427700" cy="337500"/>
            </a:xfrm>
            <a:custGeom>
              <a:rect b="b" l="l" r="r" t="t"/>
              <a:pathLst>
                <a:path extrusionOk="0" h="13500" w="17108">
                  <a:moveTo>
                    <a:pt x="0" y="0"/>
                  </a:moveTo>
                  <a:lnTo>
                    <a:pt x="0" y="0"/>
                  </a:lnTo>
                  <a:cubicBezTo>
                    <a:pt x="2452" y="5516"/>
                    <a:pt x="5596" y="10126"/>
                    <a:pt x="6049" y="11644"/>
                  </a:cubicBezTo>
                  <a:cubicBezTo>
                    <a:pt x="6502" y="13190"/>
                    <a:pt x="6022" y="13296"/>
                    <a:pt x="8207" y="13456"/>
                  </a:cubicBezTo>
                  <a:cubicBezTo>
                    <a:pt x="8545" y="13481"/>
                    <a:pt x="8947" y="13500"/>
                    <a:pt x="9391" y="13500"/>
                  </a:cubicBezTo>
                  <a:cubicBezTo>
                    <a:pt x="11852" y="13500"/>
                    <a:pt x="15617" y="12921"/>
                    <a:pt x="17107" y="9513"/>
                  </a:cubicBezTo>
                  <a:cubicBezTo>
                    <a:pt x="17107" y="9513"/>
                    <a:pt x="6715" y="426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5"/>
            <p:cNvSpPr/>
            <p:nvPr/>
          </p:nvSpPr>
          <p:spPr>
            <a:xfrm>
              <a:off x="4622675" y="1037175"/>
              <a:ext cx="97950" cy="96025"/>
            </a:xfrm>
            <a:custGeom>
              <a:rect b="b" l="l" r="r" t="t"/>
              <a:pathLst>
                <a:path extrusionOk="0" h="3841" w="3918">
                  <a:moveTo>
                    <a:pt x="1988" y="1"/>
                  </a:moveTo>
                  <a:cubicBezTo>
                    <a:pt x="1956" y="1"/>
                    <a:pt x="1925" y="1"/>
                    <a:pt x="1893" y="3"/>
                  </a:cubicBezTo>
                  <a:cubicBezTo>
                    <a:pt x="854" y="30"/>
                    <a:pt x="1" y="909"/>
                    <a:pt x="54" y="1975"/>
                  </a:cubicBezTo>
                  <a:cubicBezTo>
                    <a:pt x="80" y="3024"/>
                    <a:pt x="933" y="3841"/>
                    <a:pt x="1976" y="3841"/>
                  </a:cubicBezTo>
                  <a:cubicBezTo>
                    <a:pt x="1993" y="3841"/>
                    <a:pt x="2009" y="3840"/>
                    <a:pt x="2026" y="3840"/>
                  </a:cubicBezTo>
                  <a:cubicBezTo>
                    <a:pt x="3092" y="3813"/>
                    <a:pt x="3918" y="2907"/>
                    <a:pt x="3891" y="1841"/>
                  </a:cubicBezTo>
                  <a:cubicBezTo>
                    <a:pt x="3865" y="833"/>
                    <a:pt x="3012" y="1"/>
                    <a:pt x="1988" y="1"/>
                  </a:cubicBezTo>
                  <a:close/>
                </a:path>
              </a:pathLst>
            </a:custGeom>
            <a:solidFill>
              <a:srgbClr val="CEE0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5"/>
            <p:cNvSpPr/>
            <p:nvPr/>
          </p:nvSpPr>
          <p:spPr>
            <a:xfrm>
              <a:off x="4640675" y="1054525"/>
              <a:ext cx="62650" cy="61350"/>
            </a:xfrm>
            <a:custGeom>
              <a:rect b="b" l="l" r="r" t="t"/>
              <a:pathLst>
                <a:path extrusionOk="0" h="2454" w="2506">
                  <a:moveTo>
                    <a:pt x="1249" y="1"/>
                  </a:moveTo>
                  <a:cubicBezTo>
                    <a:pt x="1233" y="1"/>
                    <a:pt x="1216" y="1"/>
                    <a:pt x="1199" y="2"/>
                  </a:cubicBezTo>
                  <a:cubicBezTo>
                    <a:pt x="533" y="28"/>
                    <a:pt x="0" y="588"/>
                    <a:pt x="27" y="1254"/>
                  </a:cubicBezTo>
                  <a:cubicBezTo>
                    <a:pt x="54" y="1920"/>
                    <a:pt x="613" y="2453"/>
                    <a:pt x="1279" y="2453"/>
                  </a:cubicBezTo>
                  <a:cubicBezTo>
                    <a:pt x="1972" y="2426"/>
                    <a:pt x="2505" y="1840"/>
                    <a:pt x="2478" y="1174"/>
                  </a:cubicBezTo>
                  <a:cubicBezTo>
                    <a:pt x="2452" y="524"/>
                    <a:pt x="1919" y="1"/>
                    <a:pt x="1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5"/>
            <p:cNvSpPr/>
            <p:nvPr/>
          </p:nvSpPr>
          <p:spPr>
            <a:xfrm>
              <a:off x="4226593" y="1420277"/>
              <a:ext cx="259150" cy="177950"/>
            </a:xfrm>
            <a:custGeom>
              <a:rect b="b" l="l" r="r" t="t"/>
              <a:pathLst>
                <a:path extrusionOk="0" h="7118" w="10366">
                  <a:moveTo>
                    <a:pt x="10175" y="0"/>
                  </a:moveTo>
                  <a:cubicBezTo>
                    <a:pt x="7689" y="0"/>
                    <a:pt x="4867" y="1497"/>
                    <a:pt x="3438" y="2588"/>
                  </a:cubicBezTo>
                  <a:cubicBezTo>
                    <a:pt x="3438" y="2588"/>
                    <a:pt x="1359" y="5279"/>
                    <a:pt x="0" y="7118"/>
                  </a:cubicBezTo>
                  <a:cubicBezTo>
                    <a:pt x="6662" y="5173"/>
                    <a:pt x="10366" y="3"/>
                    <a:pt x="10366" y="3"/>
                  </a:cubicBezTo>
                  <a:cubicBezTo>
                    <a:pt x="10302" y="1"/>
                    <a:pt x="10239" y="0"/>
                    <a:pt x="10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8" name="Google Shape;1428;p45"/>
          <p:cNvGrpSpPr/>
          <p:nvPr/>
        </p:nvGrpSpPr>
        <p:grpSpPr>
          <a:xfrm>
            <a:off x="2306063" y="4135863"/>
            <a:ext cx="1399975" cy="635600"/>
            <a:chOff x="3996175" y="2416275"/>
            <a:chExt cx="1399975" cy="635600"/>
          </a:xfrm>
        </p:grpSpPr>
        <p:sp>
          <p:nvSpPr>
            <p:cNvPr id="1429" name="Google Shape;1429;p45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5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5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5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5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5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46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pic>
        <p:nvPicPr>
          <p:cNvPr id="1440" name="Google Shape;144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25" y="1188850"/>
            <a:ext cx="3737125" cy="2637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1" name="Google Shape;1441;p46"/>
          <p:cNvSpPr txBox="1"/>
          <p:nvPr/>
        </p:nvSpPr>
        <p:spPr>
          <a:xfrm>
            <a:off x="622781" y="4173625"/>
            <a:ext cx="553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Additional Graphs Showing the Rise of Mass Fishing</a:t>
            </a:r>
            <a:endParaRPr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Source: Our World in Data</a:t>
            </a:r>
            <a:endParaRPr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442" name="Google Shape;144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975" y="1348338"/>
            <a:ext cx="4341425" cy="2446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quatic Biomes Conservation by Slidesgo">
  <a:themeElements>
    <a:clrScheme name="Simple Light">
      <a:dk1>
        <a:srgbClr val="017FF0"/>
      </a:dk1>
      <a:lt1>
        <a:srgbClr val="F5FBFE"/>
      </a:lt1>
      <a:dk2>
        <a:srgbClr val="002A40"/>
      </a:dk2>
      <a:lt2>
        <a:srgbClr val="025E73"/>
      </a:lt2>
      <a:accent1>
        <a:srgbClr val="94D7F2"/>
      </a:accent1>
      <a:accent2>
        <a:srgbClr val="7880E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7FF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